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11"/>
  </p:notesMasterIdLst>
  <p:sldIdLst>
    <p:sldId id="278" r:id="rId2"/>
    <p:sldId id="279" r:id="rId3"/>
    <p:sldId id="272" r:id="rId4"/>
    <p:sldId id="270" r:id="rId5"/>
    <p:sldId id="274" r:id="rId6"/>
    <p:sldId id="275" r:id="rId7"/>
    <p:sldId id="273" r:id="rId8"/>
    <p:sldId id="271" r:id="rId9"/>
    <p:sldId id="277" r:id="rId10"/>
  </p:sldIdLst>
  <p:sldSz cx="12192000" cy="6858000"/>
  <p:notesSz cx="6858000" cy="9144000"/>
  <p:embeddedFontLst>
    <p:embeddedFont>
      <p:font typeface="Open Sans" panose="020B0606030504020204" pitchFamily="34" charset="0"/>
      <p:regular r:id="rId12"/>
      <p:bold r:id="rId13"/>
      <p:italic r:id="rId14"/>
      <p:boldItalic r:id="rId15"/>
    </p:embeddedFont>
    <p:embeddedFont>
      <p:font typeface="Red Hat Display" panose="020B0604020202020204" charset="0"/>
      <p:regular r:id="rId16"/>
      <p:bold r:id="rId17"/>
      <p:italic r:id="rId18"/>
      <p:boldItalic r:id="rId19"/>
    </p:embeddedFont>
    <p:embeddedFont>
      <p:font typeface="Red Hat Text" panose="020B0604020202020204" charset="0"/>
      <p:regular r:id="rId20"/>
      <p:bold r:id="rId21"/>
      <p:italic r:id="rId22"/>
      <p:boldItalic r:id="rId23"/>
    </p:embeddedFont>
    <p:embeddedFont>
      <p:font typeface="Red Hat Text Medium"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34DA99-F497-6048-BC41-2780A49F83CD}" v="2" dt="2026-05-12T18:20:53.777"/>
    <p1510:client id="{3A54E07B-6A15-4095-9BF3-8A638106E59E}" v="2409" dt="2026-05-13T12:25:53.731"/>
    <p1510:client id="{5FA8EC05-A899-4744-CAF5-F7DBFF69BF97}" v="279" dt="2026-05-12T18:21:50.7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822" autoAdjust="0"/>
  </p:normalViewPr>
  <p:slideViewPr>
    <p:cSldViewPr snapToGrid="0">
      <p:cViewPr>
        <p:scale>
          <a:sx n="60" d="100"/>
          <a:sy n="60" d="100"/>
        </p:scale>
        <p:origin x="884" y="2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8.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ny Lobozzo" userId="S::tony.lobozzo@publix.com::e9c90dd3-deed-48a8-bf39-70004b7a375c" providerId="AD" clId="Web-{8CA122A5-686A-A5E9-5DF5-E2828E8EAD50}"/>
    <pc:docChg chg="addSld modSld sldOrd">
      <pc:chgData name="Tony Lobozzo" userId="S::tony.lobozzo@publix.com::e9c90dd3-deed-48a8-bf39-70004b7a375c" providerId="AD" clId="Web-{8CA122A5-686A-A5E9-5DF5-E2828E8EAD50}" dt="2026-05-11T21:21:21.727" v="2317"/>
      <pc:docMkLst>
        <pc:docMk/>
      </pc:docMkLst>
      <pc:sldChg chg="addSp delSp modSp modNotes">
        <pc:chgData name="Tony Lobozzo" userId="S::tony.lobozzo@publix.com::e9c90dd3-deed-48a8-bf39-70004b7a375c" providerId="AD" clId="Web-{8CA122A5-686A-A5E9-5DF5-E2828E8EAD50}" dt="2026-05-11T20:10:37.957" v="1141" actId="14100"/>
        <pc:sldMkLst>
          <pc:docMk/>
          <pc:sldMk cId="2163180626" sldId="269"/>
        </pc:sldMkLst>
        <pc:spChg chg="add mod">
          <ac:chgData name="Tony Lobozzo" userId="S::tony.lobozzo@publix.com::e9c90dd3-deed-48a8-bf39-70004b7a375c" providerId="AD" clId="Web-{8CA122A5-686A-A5E9-5DF5-E2828E8EAD50}" dt="2026-05-11T20:10:24.581" v="1139" actId="1076"/>
          <ac:spMkLst>
            <pc:docMk/>
            <pc:sldMk cId="2163180626" sldId="269"/>
            <ac:spMk id="5" creationId="{F0E1D2D4-409B-EA9C-C1E1-06F58C1188BA}"/>
          </ac:spMkLst>
        </pc:spChg>
      </pc:sldChg>
      <pc:sldChg chg="addSp delSp modSp modNotes">
        <pc:chgData name="Tony Lobozzo" userId="S::tony.lobozzo@publix.com::e9c90dd3-deed-48a8-bf39-70004b7a375c" providerId="AD" clId="Web-{8CA122A5-686A-A5E9-5DF5-E2828E8EAD50}" dt="2026-05-11T20:43:19.809" v="2225"/>
        <pc:sldMkLst>
          <pc:docMk/>
          <pc:sldMk cId="178734362" sldId="270"/>
        </pc:sldMkLst>
        <pc:spChg chg="add mod">
          <ac:chgData name="Tony Lobozzo" userId="S::tony.lobozzo@publix.com::e9c90dd3-deed-48a8-bf39-70004b7a375c" providerId="AD" clId="Web-{8CA122A5-686A-A5E9-5DF5-E2828E8EAD50}" dt="2026-05-11T20:42:45.011" v="2207" actId="1076"/>
          <ac:spMkLst>
            <pc:docMk/>
            <pc:sldMk cId="178734362" sldId="270"/>
            <ac:spMk id="4" creationId="{4E60BA71-E915-AEB3-2351-FB170FB855B2}"/>
          </ac:spMkLst>
        </pc:spChg>
        <pc:spChg chg="add mod">
          <ac:chgData name="Tony Lobozzo" userId="S::tony.lobozzo@publix.com::e9c90dd3-deed-48a8-bf39-70004b7a375c" providerId="AD" clId="Web-{8CA122A5-686A-A5E9-5DF5-E2828E8EAD50}" dt="2026-05-11T20:42:45.011" v="2208" actId="1076"/>
          <ac:spMkLst>
            <pc:docMk/>
            <pc:sldMk cId="178734362" sldId="270"/>
            <ac:spMk id="5" creationId="{2E3FBFBF-79BE-2389-A4E9-8D3D759180F3}"/>
          </ac:spMkLst>
        </pc:spChg>
        <pc:spChg chg="mod">
          <ac:chgData name="Tony Lobozzo" userId="S::tony.lobozzo@publix.com::e9c90dd3-deed-48a8-bf39-70004b7a375c" providerId="AD" clId="Web-{8CA122A5-686A-A5E9-5DF5-E2828E8EAD50}" dt="2026-05-11T20:42:45.011" v="2206" actId="1076"/>
          <ac:spMkLst>
            <pc:docMk/>
            <pc:sldMk cId="178734362" sldId="270"/>
            <ac:spMk id="7" creationId="{1DD2BF80-46BF-E16A-D9E1-925CFACC985F}"/>
          </ac:spMkLst>
        </pc:spChg>
        <pc:spChg chg="add mod">
          <ac:chgData name="Tony Lobozzo" userId="S::tony.lobozzo@publix.com::e9c90dd3-deed-48a8-bf39-70004b7a375c" providerId="AD" clId="Web-{8CA122A5-686A-A5E9-5DF5-E2828E8EAD50}" dt="2026-05-11T20:15:18.501" v="1167" actId="1076"/>
          <ac:spMkLst>
            <pc:docMk/>
            <pc:sldMk cId="178734362" sldId="270"/>
            <ac:spMk id="10" creationId="{3EDA1740-DFFD-62C0-9EC8-BD228872C5D9}"/>
          </ac:spMkLst>
        </pc:spChg>
        <pc:spChg chg="add mod">
          <ac:chgData name="Tony Lobozzo" userId="S::tony.lobozzo@publix.com::e9c90dd3-deed-48a8-bf39-70004b7a375c" providerId="AD" clId="Web-{8CA122A5-686A-A5E9-5DF5-E2828E8EAD50}" dt="2026-05-11T20:24:35.206" v="1311" actId="1076"/>
          <ac:spMkLst>
            <pc:docMk/>
            <pc:sldMk cId="178734362" sldId="270"/>
            <ac:spMk id="21" creationId="{B9939963-4BDD-32D6-1F22-87E81C08002A}"/>
          </ac:spMkLst>
        </pc:spChg>
        <pc:grpChg chg="add mod">
          <ac:chgData name="Tony Lobozzo" userId="S::tony.lobozzo@publix.com::e9c90dd3-deed-48a8-bf39-70004b7a375c" providerId="AD" clId="Web-{8CA122A5-686A-A5E9-5DF5-E2828E8EAD50}" dt="2026-05-11T20:42:45.043" v="2209" actId="1076"/>
          <ac:grpSpMkLst>
            <pc:docMk/>
            <pc:sldMk cId="178734362" sldId="270"/>
            <ac:grpSpMk id="11" creationId="{B87363AC-BDA1-B456-B096-DFC8CEBEA110}"/>
          </ac:grpSpMkLst>
        </pc:grpChg>
        <pc:grpChg chg="add mod">
          <ac:chgData name="Tony Lobozzo" userId="S::tony.lobozzo@publix.com::e9c90dd3-deed-48a8-bf39-70004b7a375c" providerId="AD" clId="Web-{8CA122A5-686A-A5E9-5DF5-E2828E8EAD50}" dt="2026-05-11T20:42:45.074" v="2210" actId="1076"/>
          <ac:grpSpMkLst>
            <pc:docMk/>
            <pc:sldMk cId="178734362" sldId="270"/>
            <ac:grpSpMk id="22" creationId="{C558C81C-0551-6DDE-FFEF-5D99E78C0C32}"/>
          </ac:grpSpMkLst>
        </pc:grpChg>
        <pc:picChg chg="add mod modCrop">
          <ac:chgData name="Tony Lobozzo" userId="S::tony.lobozzo@publix.com::e9c90dd3-deed-48a8-bf39-70004b7a375c" providerId="AD" clId="Web-{8CA122A5-686A-A5E9-5DF5-E2828E8EAD50}" dt="2026-05-11T20:15:18.486" v="1166" actId="1076"/>
          <ac:picMkLst>
            <pc:docMk/>
            <pc:sldMk cId="178734362" sldId="270"/>
            <ac:picMk id="9" creationId="{DD3C65F0-07E7-76EB-1A51-9EE490A9B564}"/>
          </ac:picMkLst>
        </pc:picChg>
        <pc:picChg chg="add mod modCrop">
          <ac:chgData name="Tony Lobozzo" userId="S::tony.lobozzo@publix.com::e9c90dd3-deed-48a8-bf39-70004b7a375c" providerId="AD" clId="Web-{8CA122A5-686A-A5E9-5DF5-E2828E8EAD50}" dt="2026-05-11T20:25:09.941" v="1319" actId="1076"/>
          <ac:picMkLst>
            <pc:docMk/>
            <pc:sldMk cId="178734362" sldId="270"/>
            <ac:picMk id="12" creationId="{3D8ADCA8-A4A2-EE31-703F-4FDC2F02E15B}"/>
          </ac:picMkLst>
        </pc:picChg>
      </pc:sldChg>
      <pc:sldChg chg="modNotes">
        <pc:chgData name="Tony Lobozzo" userId="S::tony.lobozzo@publix.com::e9c90dd3-deed-48a8-bf39-70004b7a375c" providerId="AD" clId="Web-{8CA122A5-686A-A5E9-5DF5-E2828E8EAD50}" dt="2026-05-11T20:37:22.034" v="1939"/>
        <pc:sldMkLst>
          <pc:docMk/>
          <pc:sldMk cId="3446794863" sldId="271"/>
        </pc:sldMkLst>
      </pc:sldChg>
      <pc:sldChg chg="modSp ord">
        <pc:chgData name="Tony Lobozzo" userId="S::tony.lobozzo@publix.com::e9c90dd3-deed-48a8-bf39-70004b7a375c" providerId="AD" clId="Web-{8CA122A5-686A-A5E9-5DF5-E2828E8EAD50}" dt="2026-05-11T19:24:17.683" v="644"/>
        <pc:sldMkLst>
          <pc:docMk/>
          <pc:sldMk cId="2636559758" sldId="272"/>
        </pc:sldMkLst>
        <pc:spChg chg="mod">
          <ac:chgData name="Tony Lobozzo" userId="S::tony.lobozzo@publix.com::e9c90dd3-deed-48a8-bf39-70004b7a375c" providerId="AD" clId="Web-{8CA122A5-686A-A5E9-5DF5-E2828E8EAD50}" dt="2026-05-11T19:20:05.890" v="643" actId="20577"/>
          <ac:spMkLst>
            <pc:docMk/>
            <pc:sldMk cId="2636559758" sldId="272"/>
            <ac:spMk id="4" creationId="{22724DDA-F845-F589-41AB-70C31CD7D3ED}"/>
          </ac:spMkLst>
        </pc:spChg>
      </pc:sldChg>
      <pc:sldChg chg="addSp delSp modSp modNotes">
        <pc:chgData name="Tony Lobozzo" userId="S::tony.lobozzo@publix.com::e9c90dd3-deed-48a8-bf39-70004b7a375c" providerId="AD" clId="Web-{8CA122A5-686A-A5E9-5DF5-E2828E8EAD50}" dt="2026-05-11T20:54:51.324" v="2297" actId="1076"/>
        <pc:sldMkLst>
          <pc:docMk/>
          <pc:sldMk cId="2446860706" sldId="274"/>
        </pc:sldMkLst>
        <pc:spChg chg="mod">
          <ac:chgData name="Tony Lobozzo" userId="S::tony.lobozzo@publix.com::e9c90dd3-deed-48a8-bf39-70004b7a375c" providerId="AD" clId="Web-{8CA122A5-686A-A5E9-5DF5-E2828E8EAD50}" dt="2026-05-11T20:54:51.324" v="2297" actId="1076"/>
          <ac:spMkLst>
            <pc:docMk/>
            <pc:sldMk cId="2446860706" sldId="274"/>
            <ac:spMk id="5" creationId="{3A450C1E-E047-31F5-B5D2-FBFB001E6B86}"/>
          </ac:spMkLst>
        </pc:spChg>
      </pc:sldChg>
      <pc:sldChg chg="addSp delSp modSp modNotes">
        <pc:chgData name="Tony Lobozzo" userId="S::tony.lobozzo@publix.com::e9c90dd3-deed-48a8-bf39-70004b7a375c" providerId="AD" clId="Web-{8CA122A5-686A-A5E9-5DF5-E2828E8EAD50}" dt="2026-05-11T21:21:21.727" v="2317"/>
        <pc:sldMkLst>
          <pc:docMk/>
          <pc:sldMk cId="3227797471" sldId="275"/>
        </pc:sldMkLst>
        <pc:spChg chg="mod">
          <ac:chgData name="Tony Lobozzo" userId="S::tony.lobozzo@publix.com::e9c90dd3-deed-48a8-bf39-70004b7a375c" providerId="AD" clId="Web-{8CA122A5-686A-A5E9-5DF5-E2828E8EAD50}" dt="2026-05-11T21:20:26.568" v="2308" actId="14100"/>
          <ac:spMkLst>
            <pc:docMk/>
            <pc:sldMk cId="3227797471" sldId="275"/>
            <ac:spMk id="5" creationId="{63C20FAE-75D5-8AC1-876A-AD2DA25C7A1E}"/>
          </ac:spMkLst>
        </pc:spChg>
      </pc:sldChg>
      <pc:sldChg chg="modNotes">
        <pc:chgData name="Tony Lobozzo" userId="S::tony.lobozzo@publix.com::e9c90dd3-deed-48a8-bf39-70004b7a375c" providerId="AD" clId="Web-{8CA122A5-686A-A5E9-5DF5-E2828E8EAD50}" dt="2026-05-11T20:38:21.098" v="1977"/>
        <pc:sldMkLst>
          <pc:docMk/>
          <pc:sldMk cId="1840389889" sldId="277"/>
        </pc:sldMkLst>
      </pc:sldChg>
      <pc:sldChg chg="modNotes">
        <pc:chgData name="Tony Lobozzo" userId="S::tony.lobozzo@publix.com::e9c90dd3-deed-48a8-bf39-70004b7a375c" providerId="AD" clId="Web-{8CA122A5-686A-A5E9-5DF5-E2828E8EAD50}" dt="2026-05-11T18:45:15.733" v="588"/>
        <pc:sldMkLst>
          <pc:docMk/>
          <pc:sldMk cId="513879264" sldId="279"/>
        </pc:sldMkLst>
      </pc:sldChg>
    </pc:docChg>
  </pc:docChgLst>
  <pc:docChgLst>
    <pc:chgData name="Tony Lobozzo" userId="S::tony.lobozzo@publix.com::e9c90dd3-deed-48a8-bf39-70004b7a375c" providerId="AD" clId="Web-{A5FB7A07-00E0-C5B8-C252-A710274EBFD2}"/>
    <pc:docChg chg="addSld modSld">
      <pc:chgData name="Tony Lobozzo" userId="S::tony.lobozzo@publix.com::e9c90dd3-deed-48a8-bf39-70004b7a375c" providerId="AD" clId="Web-{A5FB7A07-00E0-C5B8-C252-A710274EBFD2}" dt="2026-05-11T15:30:32.927" v="1903"/>
      <pc:docMkLst>
        <pc:docMk/>
      </pc:docMkLst>
      <pc:sldChg chg="modSp">
        <pc:chgData name="Tony Lobozzo" userId="S::tony.lobozzo@publix.com::e9c90dd3-deed-48a8-bf39-70004b7a375c" providerId="AD" clId="Web-{A5FB7A07-00E0-C5B8-C252-A710274EBFD2}" dt="2026-05-11T11:55:35.283" v="24" actId="20577"/>
        <pc:sldMkLst>
          <pc:docMk/>
          <pc:sldMk cId="178734362" sldId="270"/>
        </pc:sldMkLst>
        <pc:spChg chg="mod">
          <ac:chgData name="Tony Lobozzo" userId="S::tony.lobozzo@publix.com::e9c90dd3-deed-48a8-bf39-70004b7a375c" providerId="AD" clId="Web-{A5FB7A07-00E0-C5B8-C252-A710274EBFD2}" dt="2026-05-11T11:55:35.283" v="24" actId="20577"/>
          <ac:spMkLst>
            <pc:docMk/>
            <pc:sldMk cId="178734362" sldId="270"/>
            <ac:spMk id="7" creationId="{1DD2BF80-46BF-E16A-D9E1-925CFACC985F}"/>
          </ac:spMkLst>
        </pc:spChg>
      </pc:sldChg>
      <pc:sldChg chg="addSp delSp modSp modNotes">
        <pc:chgData name="Tony Lobozzo" userId="S::tony.lobozzo@publix.com::e9c90dd3-deed-48a8-bf39-70004b7a375c" providerId="AD" clId="Web-{A5FB7A07-00E0-C5B8-C252-A710274EBFD2}" dt="2026-05-11T15:29:40.660" v="1886" actId="20577"/>
        <pc:sldMkLst>
          <pc:docMk/>
          <pc:sldMk cId="2636559758" sldId="272"/>
        </pc:sldMkLst>
        <pc:spChg chg="mod">
          <ac:chgData name="Tony Lobozzo" userId="S::tony.lobozzo@publix.com::e9c90dd3-deed-48a8-bf39-70004b7a375c" providerId="AD" clId="Web-{A5FB7A07-00E0-C5B8-C252-A710274EBFD2}" dt="2026-05-11T15:22:26.926" v="1842" actId="1076"/>
          <ac:spMkLst>
            <pc:docMk/>
            <pc:sldMk cId="2636559758" sldId="272"/>
            <ac:spMk id="4" creationId="{22724DDA-F845-F589-41AB-70C31CD7D3ED}"/>
          </ac:spMkLst>
        </pc:spChg>
        <pc:spChg chg="add mod">
          <ac:chgData name="Tony Lobozzo" userId="S::tony.lobozzo@publix.com::e9c90dd3-deed-48a8-bf39-70004b7a375c" providerId="AD" clId="Web-{A5FB7A07-00E0-C5B8-C252-A710274EBFD2}" dt="2026-05-11T15:04:34.162" v="1474" actId="1076"/>
          <ac:spMkLst>
            <pc:docMk/>
            <pc:sldMk cId="2636559758" sldId="272"/>
            <ac:spMk id="15" creationId="{15F917F8-AF97-B2C1-1FCA-700DC6442A5F}"/>
          </ac:spMkLst>
        </pc:spChg>
        <pc:spChg chg="add mod">
          <ac:chgData name="Tony Lobozzo" userId="S::tony.lobozzo@publix.com::e9c90dd3-deed-48a8-bf39-70004b7a375c" providerId="AD" clId="Web-{A5FB7A07-00E0-C5B8-C252-A710274EBFD2}" dt="2026-05-11T15:05:49.135" v="1518" actId="1076"/>
          <ac:spMkLst>
            <pc:docMk/>
            <pc:sldMk cId="2636559758" sldId="272"/>
            <ac:spMk id="17" creationId="{0C48F9E6-1DC4-1311-DEA5-A06BEF3C2711}"/>
          </ac:spMkLst>
        </pc:spChg>
        <pc:spChg chg="add mod">
          <ac:chgData name="Tony Lobozzo" userId="S::tony.lobozzo@publix.com::e9c90dd3-deed-48a8-bf39-70004b7a375c" providerId="AD" clId="Web-{A5FB7A07-00E0-C5B8-C252-A710274EBFD2}" dt="2026-05-11T15:04:34.193" v="1476" actId="1076"/>
          <ac:spMkLst>
            <pc:docMk/>
            <pc:sldMk cId="2636559758" sldId="272"/>
            <ac:spMk id="19" creationId="{05D1E74B-B548-B17E-0114-673B12B1C0CA}"/>
          </ac:spMkLst>
        </pc:spChg>
        <pc:spChg chg="add mod">
          <ac:chgData name="Tony Lobozzo" userId="S::tony.lobozzo@publix.com::e9c90dd3-deed-48a8-bf39-70004b7a375c" providerId="AD" clId="Web-{A5FB7A07-00E0-C5B8-C252-A710274EBFD2}" dt="2026-05-11T15:29:40.660" v="1886" actId="20577"/>
          <ac:spMkLst>
            <pc:docMk/>
            <pc:sldMk cId="2636559758" sldId="272"/>
            <ac:spMk id="21" creationId="{38F2B1C3-5921-C67A-DDCE-20816F43BEA1}"/>
          </ac:spMkLst>
        </pc:spChg>
        <pc:spChg chg="add mod">
          <ac:chgData name="Tony Lobozzo" userId="S::tony.lobozzo@publix.com::e9c90dd3-deed-48a8-bf39-70004b7a375c" providerId="AD" clId="Web-{A5FB7A07-00E0-C5B8-C252-A710274EBFD2}" dt="2026-05-11T15:21:05.922" v="1805" actId="20577"/>
          <ac:spMkLst>
            <pc:docMk/>
            <pc:sldMk cId="2636559758" sldId="272"/>
            <ac:spMk id="22" creationId="{13F4FB30-E034-6A1C-104F-587858571439}"/>
          </ac:spMkLst>
        </pc:spChg>
        <pc:spChg chg="add mod">
          <ac:chgData name="Tony Lobozzo" userId="S::tony.lobozzo@publix.com::e9c90dd3-deed-48a8-bf39-70004b7a375c" providerId="AD" clId="Web-{A5FB7A07-00E0-C5B8-C252-A710274EBFD2}" dt="2026-05-11T15:20:47.186" v="1803" actId="20577"/>
          <ac:spMkLst>
            <pc:docMk/>
            <pc:sldMk cId="2636559758" sldId="272"/>
            <ac:spMk id="24" creationId="{4CC79A75-7454-2945-7935-F9242052E59A}"/>
          </ac:spMkLst>
        </pc:spChg>
        <pc:picChg chg="add mod modCrop">
          <ac:chgData name="Tony Lobozzo" userId="S::tony.lobozzo@publix.com::e9c90dd3-deed-48a8-bf39-70004b7a375c" providerId="AD" clId="Web-{A5FB7A07-00E0-C5B8-C252-A710274EBFD2}" dt="2026-05-11T15:20:29.732" v="1787" actId="14100"/>
          <ac:picMkLst>
            <pc:docMk/>
            <pc:sldMk cId="2636559758" sldId="272"/>
            <ac:picMk id="2" creationId="{F8137045-E33C-A088-95D3-1C252E2F8B1E}"/>
          </ac:picMkLst>
        </pc:picChg>
        <pc:picChg chg="add mod modCrop">
          <ac:chgData name="Tony Lobozzo" userId="S::tony.lobozzo@publix.com::e9c90dd3-deed-48a8-bf39-70004b7a375c" providerId="AD" clId="Web-{A5FB7A07-00E0-C5B8-C252-A710274EBFD2}" dt="2026-05-11T15:20:35.217" v="1789" actId="1076"/>
          <ac:picMkLst>
            <pc:docMk/>
            <pc:sldMk cId="2636559758" sldId="272"/>
            <ac:picMk id="3" creationId="{97318354-C160-6630-E4E0-E945F44284E1}"/>
          </ac:picMkLst>
        </pc:picChg>
        <pc:picChg chg="add mod modCrop">
          <ac:chgData name="Tony Lobozzo" userId="S::tony.lobozzo@publix.com::e9c90dd3-deed-48a8-bf39-70004b7a375c" providerId="AD" clId="Web-{A5FB7A07-00E0-C5B8-C252-A710274EBFD2}" dt="2026-05-11T15:20:26.513" v="1786" actId="14100"/>
          <ac:picMkLst>
            <pc:docMk/>
            <pc:sldMk cId="2636559758" sldId="272"/>
            <ac:picMk id="27" creationId="{A9A78E65-04B3-6BB1-6FD7-37B3041FEA5F}"/>
          </ac:picMkLst>
        </pc:picChg>
      </pc:sldChg>
      <pc:sldChg chg="addSp modSp modNotes">
        <pc:chgData name="Tony Lobozzo" userId="S::tony.lobozzo@publix.com::e9c90dd3-deed-48a8-bf39-70004b7a375c" providerId="AD" clId="Web-{A5FB7A07-00E0-C5B8-C252-A710274EBFD2}" dt="2026-05-11T15:26:57.264" v="1866" actId="1076"/>
        <pc:sldMkLst>
          <pc:docMk/>
          <pc:sldMk cId="2446860706" sldId="274"/>
        </pc:sldMkLst>
        <pc:spChg chg="mod">
          <ac:chgData name="Tony Lobozzo" userId="S::tony.lobozzo@publix.com::e9c90dd3-deed-48a8-bf39-70004b7a375c" providerId="AD" clId="Web-{A5FB7A07-00E0-C5B8-C252-A710274EBFD2}" dt="2026-05-11T14:41:49.730" v="290" actId="1076"/>
          <ac:spMkLst>
            <pc:docMk/>
            <pc:sldMk cId="2446860706" sldId="274"/>
            <ac:spMk id="5" creationId="{3A450C1E-E047-31F5-B5D2-FBFB001E6B86}"/>
          </ac:spMkLst>
        </pc:spChg>
      </pc:sldChg>
      <pc:sldChg chg="addSp modSp modNotes">
        <pc:chgData name="Tony Lobozzo" userId="S::tony.lobozzo@publix.com::e9c90dd3-deed-48a8-bf39-70004b7a375c" providerId="AD" clId="Web-{A5FB7A07-00E0-C5B8-C252-A710274EBFD2}" dt="2026-05-11T15:25:18.527" v="1862" actId="1076"/>
        <pc:sldMkLst>
          <pc:docMk/>
          <pc:sldMk cId="3227797471" sldId="275"/>
        </pc:sldMkLst>
        <pc:spChg chg="mod">
          <ac:chgData name="Tony Lobozzo" userId="S::tony.lobozzo@publix.com::e9c90dd3-deed-48a8-bf39-70004b7a375c" providerId="AD" clId="Web-{A5FB7A07-00E0-C5B8-C252-A710274EBFD2}" dt="2026-05-11T14:39:06.366" v="201" actId="1076"/>
          <ac:spMkLst>
            <pc:docMk/>
            <pc:sldMk cId="3227797471" sldId="275"/>
            <ac:spMk id="5" creationId="{63C20FAE-75D5-8AC1-876A-AD2DA25C7A1E}"/>
          </ac:spMkLst>
        </pc:spChg>
      </pc:sldChg>
      <pc:sldChg chg="add replId">
        <pc:chgData name="Tony Lobozzo" userId="S::tony.lobozzo@publix.com::e9c90dd3-deed-48a8-bf39-70004b7a375c" providerId="AD" clId="Web-{A5FB7A07-00E0-C5B8-C252-A710274EBFD2}" dt="2026-05-11T14:14:51.265" v="25"/>
        <pc:sldMkLst>
          <pc:docMk/>
          <pc:sldMk cId="1840389889" sldId="277"/>
        </pc:sldMkLst>
      </pc:sldChg>
      <pc:sldChg chg="delSp modSp add replId">
        <pc:chgData name="Tony Lobozzo" userId="S::tony.lobozzo@publix.com::e9c90dd3-deed-48a8-bf39-70004b7a375c" providerId="AD" clId="Web-{A5FB7A07-00E0-C5B8-C252-A710274EBFD2}" dt="2026-05-11T14:23:44.797" v="103" actId="14100"/>
        <pc:sldMkLst>
          <pc:docMk/>
          <pc:sldMk cId="3608312022" sldId="278"/>
        </pc:sldMkLst>
        <pc:spChg chg="mod">
          <ac:chgData name="Tony Lobozzo" userId="S::tony.lobozzo@publix.com::e9c90dd3-deed-48a8-bf39-70004b7a375c" providerId="AD" clId="Web-{A5FB7A07-00E0-C5B8-C252-A710274EBFD2}" dt="2026-05-11T14:23:44.797" v="103" actId="14100"/>
          <ac:spMkLst>
            <pc:docMk/>
            <pc:sldMk cId="3608312022" sldId="278"/>
            <ac:spMk id="116" creationId="{84DC98C6-7307-DC90-2E1A-B8EA29EC9A88}"/>
          </ac:spMkLst>
        </pc:spChg>
        <pc:spChg chg="mod">
          <ac:chgData name="Tony Lobozzo" userId="S::tony.lobozzo@publix.com::e9c90dd3-deed-48a8-bf39-70004b7a375c" providerId="AD" clId="Web-{A5FB7A07-00E0-C5B8-C252-A710274EBFD2}" dt="2026-05-11T14:21:22.481" v="91" actId="1076"/>
          <ac:spMkLst>
            <pc:docMk/>
            <pc:sldMk cId="3608312022" sldId="278"/>
            <ac:spMk id="117" creationId="{E4794F84-0F5E-D331-D2F4-2C563DEB0ADB}"/>
          </ac:spMkLst>
        </pc:spChg>
        <pc:spChg chg="mod">
          <ac:chgData name="Tony Lobozzo" userId="S::tony.lobozzo@publix.com::e9c90dd3-deed-48a8-bf39-70004b7a375c" providerId="AD" clId="Web-{A5FB7A07-00E0-C5B8-C252-A710274EBFD2}" dt="2026-05-11T14:22:52.592" v="100" actId="1076"/>
          <ac:spMkLst>
            <pc:docMk/>
            <pc:sldMk cId="3608312022" sldId="278"/>
            <ac:spMk id="119" creationId="{828D796D-6362-06DE-2AD6-E230E989E310}"/>
          </ac:spMkLst>
        </pc:spChg>
      </pc:sldChg>
    </pc:docChg>
  </pc:docChgLst>
  <pc:docChgLst>
    <pc:chgData name="Tony Lobozzo" userId="S::tony.lobozzo@publix.com::e9c90dd3-deed-48a8-bf39-70004b7a375c" providerId="AD" clId="Web-{1F019462-E277-94E6-666B-60845FBA74DD}"/>
    <pc:docChg chg="modSld">
      <pc:chgData name="Tony Lobozzo" userId="S::tony.lobozzo@publix.com::e9c90dd3-deed-48a8-bf39-70004b7a375c" providerId="AD" clId="Web-{1F019462-E277-94E6-666B-60845FBA74DD}" dt="2026-05-07T21:04:43.947" v="0" actId="1076"/>
      <pc:docMkLst>
        <pc:docMk/>
      </pc:docMkLst>
      <pc:sldChg chg="modSp">
        <pc:chgData name="Tony Lobozzo" userId="S::tony.lobozzo@publix.com::e9c90dd3-deed-48a8-bf39-70004b7a375c" providerId="AD" clId="Web-{1F019462-E277-94E6-666B-60845FBA74DD}" dt="2026-05-07T21:04:43.947" v="0" actId="1076"/>
        <pc:sldMkLst>
          <pc:docMk/>
          <pc:sldMk cId="2163180626" sldId="269"/>
        </pc:sldMkLst>
        <pc:spChg chg="mod">
          <ac:chgData name="Tony Lobozzo" userId="S::tony.lobozzo@publix.com::e9c90dd3-deed-48a8-bf39-70004b7a375c" providerId="AD" clId="Web-{1F019462-E277-94E6-666B-60845FBA74DD}" dt="2026-05-07T21:04:43.947" v="0" actId="1076"/>
          <ac:spMkLst>
            <pc:docMk/>
            <pc:sldMk cId="2163180626" sldId="269"/>
            <ac:spMk id="2" creationId="{CD4AC574-421A-96BC-2755-F11783F4A77B}"/>
          </ac:spMkLst>
        </pc:spChg>
      </pc:sldChg>
    </pc:docChg>
  </pc:docChgLst>
  <pc:docChgLst>
    <pc:chgData name="Tony Lobozzo" userId="S::tony.lobozzo@publix.com::e9c90dd3-deed-48a8-bf39-70004b7a375c" providerId="AD" clId="Web-{87FC6030-1C83-EF6D-969D-71DC079D8CBC}"/>
    <pc:docChg chg="modSld">
      <pc:chgData name="Tony Lobozzo" userId="S::tony.lobozzo@publix.com::e9c90dd3-deed-48a8-bf39-70004b7a375c" providerId="AD" clId="Web-{87FC6030-1C83-EF6D-969D-71DC079D8CBC}" dt="2026-05-11T15:40:30.911" v="244"/>
      <pc:docMkLst>
        <pc:docMk/>
      </pc:docMkLst>
      <pc:sldChg chg="modNotes">
        <pc:chgData name="Tony Lobozzo" userId="S::tony.lobozzo@publix.com::e9c90dd3-deed-48a8-bf39-70004b7a375c" providerId="AD" clId="Web-{87FC6030-1C83-EF6D-969D-71DC079D8CBC}" dt="2026-05-11T15:40:30.911" v="244"/>
        <pc:sldMkLst>
          <pc:docMk/>
          <pc:sldMk cId="2163180626" sldId="269"/>
        </pc:sldMkLst>
      </pc:sldChg>
    </pc:docChg>
  </pc:docChgLst>
  <pc:docChgLst>
    <pc:chgData name="Tony Lobozzo" userId="S::tony.lobozzo@publix.com::e9c90dd3-deed-48a8-bf39-70004b7a375c" providerId="AD" clId="Web-{BD2A8727-1C45-1A85-E0C3-165E5EEE0DE6}"/>
    <pc:docChg chg="modSld">
      <pc:chgData name="Tony Lobozzo" userId="S::tony.lobozzo@publix.com::e9c90dd3-deed-48a8-bf39-70004b7a375c" providerId="AD" clId="Web-{BD2A8727-1C45-1A85-E0C3-165E5EEE0DE6}" dt="2026-05-08T01:07:39.850" v="164"/>
      <pc:docMkLst>
        <pc:docMk/>
      </pc:docMkLst>
    </pc:docChg>
  </pc:docChgLst>
  <pc:docChgLst>
    <pc:chgData name="Tony Lobozzo" userId="S::tony.lobozzo@publix.com::e9c90dd3-deed-48a8-bf39-70004b7a375c" providerId="AD" clId="Web-{97325E9B-CF6D-786A-C1E8-8C71E9F6BF6C}"/>
    <pc:docChg chg="modSld">
      <pc:chgData name="Tony Lobozzo" userId="S::tony.lobozzo@publix.com::e9c90dd3-deed-48a8-bf39-70004b7a375c" providerId="AD" clId="Web-{97325E9B-CF6D-786A-C1E8-8C71E9F6BF6C}" dt="2026-05-11T01:37:47.789" v="13" actId="1076"/>
      <pc:docMkLst>
        <pc:docMk/>
      </pc:docMkLst>
      <pc:sldChg chg="addSp delSp modSp">
        <pc:chgData name="Tony Lobozzo" userId="S::tony.lobozzo@publix.com::e9c90dd3-deed-48a8-bf39-70004b7a375c" providerId="AD" clId="Web-{97325E9B-CF6D-786A-C1E8-8C71E9F6BF6C}" dt="2026-05-11T01:37:47.789" v="13" actId="1076"/>
        <pc:sldMkLst>
          <pc:docMk/>
          <pc:sldMk cId="2163180626" sldId="269"/>
        </pc:sldMkLst>
      </pc:sldChg>
    </pc:docChg>
  </pc:docChgLst>
  <pc:docChgLst>
    <pc:chgData name="Gary Palmer" userId="aa1b841b-5764-4f6d-9429-d973eb1855fd" providerId="ADAL" clId="{2DF3FCCE-4DFD-4527-92FF-E863E9ACB152}"/>
    <pc:docChg chg="undo custSel addSld modSld">
      <pc:chgData name="Gary Palmer" userId="aa1b841b-5764-4f6d-9429-d973eb1855fd" providerId="ADAL" clId="{2DF3FCCE-4DFD-4527-92FF-E863E9ACB152}" dt="2026-05-13T07:34:25.290" v="198" actId="14100"/>
      <pc:docMkLst>
        <pc:docMk/>
      </pc:docMkLst>
      <pc:sldChg chg="addSp mod">
        <pc:chgData name="Gary Palmer" userId="aa1b841b-5764-4f6d-9429-d973eb1855fd" providerId="ADAL" clId="{2DF3FCCE-4DFD-4527-92FF-E863E9ACB152}" dt="2026-05-12T11:40:21.904" v="0" actId="139"/>
        <pc:sldMkLst>
          <pc:docMk/>
          <pc:sldMk cId="2163180626" sldId="269"/>
        </pc:sldMkLst>
        <pc:spChg chg="add">
          <ac:chgData name="Gary Palmer" userId="aa1b841b-5764-4f6d-9429-d973eb1855fd" providerId="ADAL" clId="{2DF3FCCE-4DFD-4527-92FF-E863E9ACB152}" dt="2026-05-12T11:40:21.904" v="0" actId="139"/>
          <ac:spMkLst>
            <pc:docMk/>
            <pc:sldMk cId="2163180626" sldId="269"/>
            <ac:spMk id="3" creationId="{C28997FC-F867-A083-8EF9-7B35004BDF20}"/>
          </ac:spMkLst>
        </pc:spChg>
      </pc:sldChg>
      <pc:sldChg chg="modSp mod">
        <pc:chgData name="Gary Palmer" userId="aa1b841b-5764-4f6d-9429-d973eb1855fd" providerId="ADAL" clId="{2DF3FCCE-4DFD-4527-92FF-E863E9ACB152}" dt="2026-05-13T07:34:25.290" v="198" actId="14100"/>
        <pc:sldMkLst>
          <pc:docMk/>
          <pc:sldMk cId="178734362" sldId="270"/>
        </pc:sldMkLst>
        <pc:spChg chg="mod">
          <ac:chgData name="Gary Palmer" userId="aa1b841b-5764-4f6d-9429-d973eb1855fd" providerId="ADAL" clId="{2DF3FCCE-4DFD-4527-92FF-E863E9ACB152}" dt="2026-05-13T07:34:25.290" v="198" actId="14100"/>
          <ac:spMkLst>
            <pc:docMk/>
            <pc:sldMk cId="178734362" sldId="270"/>
            <ac:spMk id="2" creationId="{D903637A-EF90-73B9-8893-73AE5FB728A9}"/>
          </ac:spMkLst>
        </pc:spChg>
        <pc:spChg chg="mod">
          <ac:chgData name="Gary Palmer" userId="aa1b841b-5764-4f6d-9429-d973eb1855fd" providerId="ADAL" clId="{2DF3FCCE-4DFD-4527-92FF-E863E9ACB152}" dt="2026-05-13T07:28:10.219" v="62" actId="20577"/>
          <ac:spMkLst>
            <pc:docMk/>
            <pc:sldMk cId="178734362" sldId="270"/>
            <ac:spMk id="4" creationId="{4E60BA71-E915-AEB3-2351-FB170FB855B2}"/>
          </ac:spMkLst>
        </pc:spChg>
        <pc:spChg chg="mod">
          <ac:chgData name="Gary Palmer" userId="aa1b841b-5764-4f6d-9429-d973eb1855fd" providerId="ADAL" clId="{2DF3FCCE-4DFD-4527-92FF-E863E9ACB152}" dt="2026-05-13T07:28:41.409" v="104" actId="20577"/>
          <ac:spMkLst>
            <pc:docMk/>
            <pc:sldMk cId="178734362" sldId="270"/>
            <ac:spMk id="5" creationId="{2E3FBFBF-79BE-2389-A4E9-8D3D759180F3}"/>
          </ac:spMkLst>
        </pc:spChg>
        <pc:spChg chg="mod">
          <ac:chgData name="Gary Palmer" userId="aa1b841b-5764-4f6d-9429-d973eb1855fd" providerId="ADAL" clId="{2DF3FCCE-4DFD-4527-92FF-E863E9ACB152}" dt="2026-05-13T07:27:26.426" v="21" actId="20577"/>
          <ac:spMkLst>
            <pc:docMk/>
            <pc:sldMk cId="178734362" sldId="270"/>
            <ac:spMk id="7" creationId="{1DD2BF80-46BF-E16A-D9E1-925CFACC985F}"/>
          </ac:spMkLst>
        </pc:spChg>
        <pc:spChg chg="mod">
          <ac:chgData name="Gary Palmer" userId="aa1b841b-5764-4f6d-9429-d973eb1855fd" providerId="ADAL" clId="{2DF3FCCE-4DFD-4527-92FF-E863E9ACB152}" dt="2026-05-13T07:31:40.578" v="182" actId="14100"/>
          <ac:spMkLst>
            <pc:docMk/>
            <pc:sldMk cId="178734362" sldId="270"/>
            <ac:spMk id="25" creationId="{547AA19A-EB06-29CC-88CB-FB335D2C1E73}"/>
          </ac:spMkLst>
        </pc:spChg>
        <pc:spChg chg="mod">
          <ac:chgData name="Gary Palmer" userId="aa1b841b-5764-4f6d-9429-d973eb1855fd" providerId="ADAL" clId="{2DF3FCCE-4DFD-4527-92FF-E863E9ACB152}" dt="2026-05-13T07:31:52.109" v="184" actId="1076"/>
          <ac:spMkLst>
            <pc:docMk/>
            <pc:sldMk cId="178734362" sldId="270"/>
            <ac:spMk id="29" creationId="{510D8118-9060-C303-7BCB-6ED49F009590}"/>
          </ac:spMkLst>
        </pc:spChg>
      </pc:sldChg>
      <pc:sldChg chg="new">
        <pc:chgData name="Gary Palmer" userId="aa1b841b-5764-4f6d-9429-d973eb1855fd" providerId="ADAL" clId="{2DF3FCCE-4DFD-4527-92FF-E863E9ACB152}" dt="2026-05-12T18:20:53.776" v="1" actId="680"/>
        <pc:sldMkLst>
          <pc:docMk/>
          <pc:sldMk cId="553956226" sldId="280"/>
        </pc:sldMkLst>
      </pc:sldChg>
    </pc:docChg>
  </pc:docChgLst>
  <pc:docChgLst>
    <pc:chgData name="Tony Lobozzo" userId="S::tony.lobozzo@publix.com::e9c90dd3-deed-48a8-bf39-70004b7a375c" providerId="AD" clId="Web-{727F0D2A-4732-90F4-FE86-2E14C93A7C62}"/>
    <pc:docChg chg="addSld modSld">
      <pc:chgData name="Tony Lobozzo" userId="S::tony.lobozzo@publix.com::e9c90dd3-deed-48a8-bf39-70004b7a375c" providerId="AD" clId="Web-{727F0D2A-4732-90F4-FE86-2E14C93A7C62}" dt="2026-05-11T16:52:29.536" v="795"/>
      <pc:docMkLst>
        <pc:docMk/>
      </pc:docMkLst>
      <pc:sldChg chg="addSp modSp modNotes">
        <pc:chgData name="Tony Lobozzo" userId="S::tony.lobozzo@publix.com::e9c90dd3-deed-48a8-bf39-70004b7a375c" providerId="AD" clId="Web-{727F0D2A-4732-90F4-FE86-2E14C93A7C62}" dt="2026-05-11T16:12:06.783" v="326" actId="1076"/>
        <pc:sldMkLst>
          <pc:docMk/>
          <pc:sldMk cId="2163180626" sldId="269"/>
        </pc:sldMkLst>
      </pc:sldChg>
      <pc:sldChg chg="modSp modNotes">
        <pc:chgData name="Tony Lobozzo" userId="S::tony.lobozzo@publix.com::e9c90dd3-deed-48a8-bf39-70004b7a375c" providerId="AD" clId="Web-{727F0D2A-4732-90F4-FE86-2E14C93A7C62}" dt="2026-05-11T16:50:06.142" v="770" actId="1076"/>
        <pc:sldMkLst>
          <pc:docMk/>
          <pc:sldMk cId="178734362" sldId="270"/>
        </pc:sldMkLst>
        <pc:spChg chg="mod">
          <ac:chgData name="Tony Lobozzo" userId="S::tony.lobozzo@publix.com::e9c90dd3-deed-48a8-bf39-70004b7a375c" providerId="AD" clId="Web-{727F0D2A-4732-90F4-FE86-2E14C93A7C62}" dt="2026-05-11T16:50:06.142" v="770" actId="1076"/>
          <ac:spMkLst>
            <pc:docMk/>
            <pc:sldMk cId="178734362" sldId="270"/>
            <ac:spMk id="7" creationId="{1DD2BF80-46BF-E16A-D9E1-925CFACC985F}"/>
          </ac:spMkLst>
        </pc:spChg>
      </pc:sldChg>
      <pc:sldChg chg="addSp delSp modSp modNotes">
        <pc:chgData name="Tony Lobozzo" userId="S::tony.lobozzo@publix.com::e9c90dd3-deed-48a8-bf39-70004b7a375c" providerId="AD" clId="Web-{727F0D2A-4732-90F4-FE86-2E14C93A7C62}" dt="2026-05-11T16:19:31.950" v="376"/>
        <pc:sldMkLst>
          <pc:docMk/>
          <pc:sldMk cId="2636559758" sldId="272"/>
        </pc:sldMkLst>
        <pc:spChg chg="mod">
          <ac:chgData name="Tony Lobozzo" userId="S::tony.lobozzo@publix.com::e9c90dd3-deed-48a8-bf39-70004b7a375c" providerId="AD" clId="Web-{727F0D2A-4732-90F4-FE86-2E14C93A7C62}" dt="2026-05-11T16:13:00.832" v="337" actId="20577"/>
          <ac:spMkLst>
            <pc:docMk/>
            <pc:sldMk cId="2636559758" sldId="272"/>
            <ac:spMk id="4" creationId="{22724DDA-F845-F589-41AB-70C31CD7D3ED}"/>
          </ac:spMkLst>
        </pc:spChg>
        <pc:spChg chg="mod">
          <ac:chgData name="Tony Lobozzo" userId="S::tony.lobozzo@publix.com::e9c90dd3-deed-48a8-bf39-70004b7a375c" providerId="AD" clId="Web-{727F0D2A-4732-90F4-FE86-2E14C93A7C62}" dt="2026-05-11T16:12:54.832" v="331" actId="1076"/>
          <ac:spMkLst>
            <pc:docMk/>
            <pc:sldMk cId="2636559758" sldId="272"/>
            <ac:spMk id="15" creationId="{15F917F8-AF97-B2C1-1FCA-700DC6442A5F}"/>
          </ac:spMkLst>
        </pc:spChg>
        <pc:spChg chg="mod">
          <ac:chgData name="Tony Lobozzo" userId="S::tony.lobozzo@publix.com::e9c90dd3-deed-48a8-bf39-70004b7a375c" providerId="AD" clId="Web-{727F0D2A-4732-90F4-FE86-2E14C93A7C62}" dt="2026-05-11T16:12:54.847" v="332" actId="1076"/>
          <ac:spMkLst>
            <pc:docMk/>
            <pc:sldMk cId="2636559758" sldId="272"/>
            <ac:spMk id="17" creationId="{0C48F9E6-1DC4-1311-DEA5-A06BEF3C2711}"/>
          </ac:spMkLst>
        </pc:spChg>
        <pc:spChg chg="mod">
          <ac:chgData name="Tony Lobozzo" userId="S::tony.lobozzo@publix.com::e9c90dd3-deed-48a8-bf39-70004b7a375c" providerId="AD" clId="Web-{727F0D2A-4732-90F4-FE86-2E14C93A7C62}" dt="2026-05-11T16:12:54.878" v="333" actId="1076"/>
          <ac:spMkLst>
            <pc:docMk/>
            <pc:sldMk cId="2636559758" sldId="272"/>
            <ac:spMk id="19" creationId="{05D1E74B-B548-B17E-0114-673B12B1C0CA}"/>
          </ac:spMkLst>
        </pc:spChg>
        <pc:spChg chg="mod">
          <ac:chgData name="Tony Lobozzo" userId="S::tony.lobozzo@publix.com::e9c90dd3-deed-48a8-bf39-70004b7a375c" providerId="AD" clId="Web-{727F0D2A-4732-90F4-FE86-2E14C93A7C62}" dt="2026-05-11T16:13:11.551" v="340" actId="1076"/>
          <ac:spMkLst>
            <pc:docMk/>
            <pc:sldMk cId="2636559758" sldId="272"/>
            <ac:spMk id="21" creationId="{38F2B1C3-5921-C67A-DDCE-20816F43BEA1}"/>
          </ac:spMkLst>
        </pc:spChg>
        <pc:spChg chg="mod">
          <ac:chgData name="Tony Lobozzo" userId="S::tony.lobozzo@publix.com::e9c90dd3-deed-48a8-bf39-70004b7a375c" providerId="AD" clId="Web-{727F0D2A-4732-90F4-FE86-2E14C93A7C62}" dt="2026-05-11T16:13:22.051" v="342" actId="1076"/>
          <ac:spMkLst>
            <pc:docMk/>
            <pc:sldMk cId="2636559758" sldId="272"/>
            <ac:spMk id="22" creationId="{13F4FB30-E034-6A1C-104F-587858571439}"/>
          </ac:spMkLst>
        </pc:spChg>
        <pc:spChg chg="mod">
          <ac:chgData name="Tony Lobozzo" userId="S::tony.lobozzo@publix.com::e9c90dd3-deed-48a8-bf39-70004b7a375c" providerId="AD" clId="Web-{727F0D2A-4732-90F4-FE86-2E14C93A7C62}" dt="2026-05-11T16:12:54.910" v="334" actId="1076"/>
          <ac:spMkLst>
            <pc:docMk/>
            <pc:sldMk cId="2636559758" sldId="272"/>
            <ac:spMk id="24" creationId="{4CC79A75-7454-2945-7935-F9242052E59A}"/>
          </ac:spMkLst>
        </pc:spChg>
        <pc:picChg chg="mod">
          <ac:chgData name="Tony Lobozzo" userId="S::tony.lobozzo@publix.com::e9c90dd3-deed-48a8-bf39-70004b7a375c" providerId="AD" clId="Web-{727F0D2A-4732-90F4-FE86-2E14C93A7C62}" dt="2026-05-11T16:12:54.816" v="329" actId="1076"/>
          <ac:picMkLst>
            <pc:docMk/>
            <pc:sldMk cId="2636559758" sldId="272"/>
            <ac:picMk id="2" creationId="{F8137045-E33C-A088-95D3-1C252E2F8B1E}"/>
          </ac:picMkLst>
        </pc:picChg>
        <pc:picChg chg="mod">
          <ac:chgData name="Tony Lobozzo" userId="S::tony.lobozzo@publix.com::e9c90dd3-deed-48a8-bf39-70004b7a375c" providerId="AD" clId="Web-{727F0D2A-4732-90F4-FE86-2E14C93A7C62}" dt="2026-05-11T16:12:54.816" v="330" actId="1076"/>
          <ac:picMkLst>
            <pc:docMk/>
            <pc:sldMk cId="2636559758" sldId="272"/>
            <ac:picMk id="3" creationId="{97318354-C160-6630-E4E0-E945F44284E1}"/>
          </ac:picMkLst>
        </pc:picChg>
        <pc:picChg chg="add mod modCrop">
          <ac:chgData name="Tony Lobozzo" userId="S::tony.lobozzo@publix.com::e9c90dd3-deed-48a8-bf39-70004b7a375c" providerId="AD" clId="Web-{727F0D2A-4732-90F4-FE86-2E14C93A7C62}" dt="2026-05-11T16:12:54.957" v="336" actId="1076"/>
          <ac:picMkLst>
            <pc:docMk/>
            <pc:sldMk cId="2636559758" sldId="272"/>
            <ac:picMk id="8" creationId="{47EEBA11-572E-088F-1C5F-74C5CDBDED8F}"/>
          </ac:picMkLst>
        </pc:picChg>
        <pc:picChg chg="mod">
          <ac:chgData name="Tony Lobozzo" userId="S::tony.lobozzo@publix.com::e9c90dd3-deed-48a8-bf39-70004b7a375c" providerId="AD" clId="Web-{727F0D2A-4732-90F4-FE86-2E14C93A7C62}" dt="2026-05-11T16:12:54.925" v="335" actId="1076"/>
          <ac:picMkLst>
            <pc:docMk/>
            <pc:sldMk cId="2636559758" sldId="272"/>
            <ac:picMk id="27" creationId="{A9A78E65-04B3-6BB1-6FD7-37B3041FEA5F}"/>
          </ac:picMkLst>
        </pc:picChg>
      </pc:sldChg>
      <pc:sldChg chg="modNotes">
        <pc:chgData name="Tony Lobozzo" userId="S::tony.lobozzo@publix.com::e9c90dd3-deed-48a8-bf39-70004b7a375c" providerId="AD" clId="Web-{727F0D2A-4732-90F4-FE86-2E14C93A7C62}" dt="2026-05-11T15:50:21.440" v="174"/>
        <pc:sldMkLst>
          <pc:docMk/>
          <pc:sldMk cId="2679513046" sldId="273"/>
        </pc:sldMkLst>
      </pc:sldChg>
      <pc:sldChg chg="addSp delSp modSp modNotes">
        <pc:chgData name="Tony Lobozzo" userId="S::tony.lobozzo@publix.com::e9c90dd3-deed-48a8-bf39-70004b7a375c" providerId="AD" clId="Web-{727F0D2A-4732-90F4-FE86-2E14C93A7C62}" dt="2026-05-11T16:52:29.536" v="795"/>
        <pc:sldMkLst>
          <pc:docMk/>
          <pc:sldMk cId="2446860706" sldId="274"/>
        </pc:sldMkLst>
        <pc:spChg chg="mod">
          <ac:chgData name="Tony Lobozzo" userId="S::tony.lobozzo@publix.com::e9c90dd3-deed-48a8-bf39-70004b7a375c" providerId="AD" clId="Web-{727F0D2A-4732-90F4-FE86-2E14C93A7C62}" dt="2026-05-11T16:48:26.781" v="761" actId="20577"/>
          <ac:spMkLst>
            <pc:docMk/>
            <pc:sldMk cId="2446860706" sldId="274"/>
            <ac:spMk id="5" creationId="{3A450C1E-E047-31F5-B5D2-FBFB001E6B86}"/>
          </ac:spMkLst>
        </pc:spChg>
      </pc:sldChg>
      <pc:sldChg chg="addSp delSp modSp modNotes">
        <pc:chgData name="Tony Lobozzo" userId="S::tony.lobozzo@publix.com::e9c90dd3-deed-48a8-bf39-70004b7a375c" providerId="AD" clId="Web-{727F0D2A-4732-90F4-FE86-2E14C93A7C62}" dt="2026-05-11T16:49:42.876" v="769" actId="1076"/>
        <pc:sldMkLst>
          <pc:docMk/>
          <pc:sldMk cId="3227797471" sldId="275"/>
        </pc:sldMkLst>
        <pc:spChg chg="mod">
          <ac:chgData name="Tony Lobozzo" userId="S::tony.lobozzo@publix.com::e9c90dd3-deed-48a8-bf39-70004b7a375c" providerId="AD" clId="Web-{727F0D2A-4732-90F4-FE86-2E14C93A7C62}" dt="2026-05-11T16:32:55.278" v="414" actId="14100"/>
          <ac:spMkLst>
            <pc:docMk/>
            <pc:sldMk cId="3227797471" sldId="275"/>
            <ac:spMk id="5" creationId="{63C20FAE-75D5-8AC1-876A-AD2DA25C7A1E}"/>
          </ac:spMkLst>
        </pc:spChg>
      </pc:sldChg>
      <pc:sldChg chg="addSp delSp modSp add replId modNotes">
        <pc:chgData name="Tony Lobozzo" userId="S::tony.lobozzo@publix.com::e9c90dd3-deed-48a8-bf39-70004b7a375c" providerId="AD" clId="Web-{727F0D2A-4732-90F4-FE86-2E14C93A7C62}" dt="2026-05-11T16:51:53.832" v="793"/>
        <pc:sldMkLst>
          <pc:docMk/>
          <pc:sldMk cId="513879264" sldId="279"/>
        </pc:sldMkLst>
        <pc:spChg chg="mod">
          <ac:chgData name="Tony Lobozzo" userId="S::tony.lobozzo@publix.com::e9c90dd3-deed-48a8-bf39-70004b7a375c" providerId="AD" clId="Web-{727F0D2A-4732-90F4-FE86-2E14C93A7C62}" dt="2026-05-11T16:14:22.162" v="344" actId="20577"/>
          <ac:spMkLst>
            <pc:docMk/>
            <pc:sldMk cId="513879264" sldId="279"/>
            <ac:spMk id="133" creationId="{9713B21C-24C2-14EE-B208-5159AAE64BFD}"/>
          </ac:spMkLst>
        </pc:spChg>
      </pc:sldChg>
    </pc:docChg>
  </pc:docChgLst>
  <pc:docChgLst>
    <pc:chgData name="Tony Lobozzo" userId="S::tony.lobozzo@publix.com::e9c90dd3-deed-48a8-bf39-70004b7a375c" providerId="AD" clId="Web-{1668692A-7F07-CA37-E1F8-0E4B9EFB626B}"/>
    <pc:docChg chg="modSld">
      <pc:chgData name="Tony Lobozzo" userId="S::tony.lobozzo@publix.com::e9c90dd3-deed-48a8-bf39-70004b7a375c" providerId="AD" clId="Web-{1668692A-7F07-CA37-E1F8-0E4B9EFB626B}" dt="2026-05-07T15:34:05.652" v="2022"/>
      <pc:docMkLst>
        <pc:docMk/>
      </pc:docMkLst>
      <pc:sldChg chg="addSp delSp modSp modNotes">
        <pc:chgData name="Tony Lobozzo" userId="S::tony.lobozzo@publix.com::e9c90dd3-deed-48a8-bf39-70004b7a375c" providerId="AD" clId="Web-{1668692A-7F07-CA37-E1F8-0E4B9EFB626B}" dt="2026-05-07T15:27:05.071" v="1597"/>
        <pc:sldMkLst>
          <pc:docMk/>
          <pc:sldMk cId="2163180626" sldId="269"/>
        </pc:sldMkLst>
      </pc:sldChg>
      <pc:sldChg chg="addSp delSp modSp modNotes">
        <pc:chgData name="Tony Lobozzo" userId="S::tony.lobozzo@publix.com::e9c90dd3-deed-48a8-bf39-70004b7a375c" providerId="AD" clId="Web-{1668692A-7F07-CA37-E1F8-0E4B9EFB626B}" dt="2026-05-07T15:30:16.315" v="1739"/>
        <pc:sldMkLst>
          <pc:docMk/>
          <pc:sldMk cId="178734362" sldId="270"/>
        </pc:sldMkLst>
        <pc:spChg chg="add mod">
          <ac:chgData name="Tony Lobozzo" userId="S::tony.lobozzo@publix.com::e9c90dd3-deed-48a8-bf39-70004b7a375c" providerId="AD" clId="Web-{1668692A-7F07-CA37-E1F8-0E4B9EFB626B}" dt="2026-05-05T10:11:39.968" v="642" actId="20577"/>
          <ac:spMkLst>
            <pc:docMk/>
            <pc:sldMk cId="178734362" sldId="270"/>
            <ac:spMk id="7" creationId="{1DD2BF80-46BF-E16A-D9E1-925CFACC985F}"/>
          </ac:spMkLst>
        </pc:spChg>
      </pc:sldChg>
      <pc:sldChg chg="addSp modSp modNotes">
        <pc:chgData name="Tony Lobozzo" userId="S::tony.lobozzo@publix.com::e9c90dd3-deed-48a8-bf39-70004b7a375c" providerId="AD" clId="Web-{1668692A-7F07-CA37-E1F8-0E4B9EFB626B}" dt="2026-05-07T15:34:05.652" v="2022"/>
        <pc:sldMkLst>
          <pc:docMk/>
          <pc:sldMk cId="3446794863" sldId="271"/>
        </pc:sldMkLst>
        <pc:spChg chg="add mod">
          <ac:chgData name="Tony Lobozzo" userId="S::tony.lobozzo@publix.com::e9c90dd3-deed-48a8-bf39-70004b7a375c" providerId="AD" clId="Web-{1668692A-7F07-CA37-E1F8-0E4B9EFB626B}" dt="2026-05-05T10:15:47.790" v="1086" actId="14100"/>
          <ac:spMkLst>
            <pc:docMk/>
            <pc:sldMk cId="3446794863" sldId="271"/>
            <ac:spMk id="5" creationId="{1045AA55-1D23-38E2-864B-99D755BFFF31}"/>
          </ac:spMkLst>
        </pc:spChg>
      </pc:sldChg>
    </pc:docChg>
  </pc:docChgLst>
  <pc:docChgLst>
    <pc:chgData name="Gary Palmer" userId="aa1b841b-5764-4f6d-9429-d973eb1855fd" providerId="ADAL" clId="{E14B025C-0776-4CAB-9C5E-9AF4C6673DC8}"/>
    <pc:docChg chg="undo redo custSel addSld delSld modSld sldOrd">
      <pc:chgData name="Gary Palmer" userId="aa1b841b-5764-4f6d-9429-d973eb1855fd" providerId="ADAL" clId="{E14B025C-0776-4CAB-9C5E-9AF4C6673DC8}" dt="2026-05-13T12:27:08.628" v="4864" actId="2696"/>
      <pc:docMkLst>
        <pc:docMk/>
      </pc:docMkLst>
      <pc:sldChg chg="addSp delSp modSp new del mod modClrScheme chgLayout">
        <pc:chgData name="Gary Palmer" userId="aa1b841b-5764-4f6d-9429-d973eb1855fd" providerId="ADAL" clId="{E14B025C-0776-4CAB-9C5E-9AF4C6673DC8}" dt="2026-05-13T12:27:08.628" v="4864" actId="2696"/>
        <pc:sldMkLst>
          <pc:docMk/>
          <pc:sldMk cId="2163180626" sldId="269"/>
        </pc:sldMkLst>
        <pc:spChg chg="mod ord">
          <ac:chgData name="Gary Palmer" userId="aa1b841b-5764-4f6d-9429-d973eb1855fd" providerId="ADAL" clId="{E14B025C-0776-4CAB-9C5E-9AF4C6673DC8}" dt="2026-05-12T03:09:59.570" v="2121" actId="1076"/>
          <ac:spMkLst>
            <pc:docMk/>
            <pc:sldMk cId="2163180626" sldId="269"/>
            <ac:spMk id="2" creationId="{CD4AC574-421A-96BC-2755-F11783F4A77B}"/>
          </ac:spMkLst>
        </pc:spChg>
        <pc:spChg chg="del mod">
          <ac:chgData name="Gary Palmer" userId="aa1b841b-5764-4f6d-9429-d973eb1855fd" providerId="ADAL" clId="{E14B025C-0776-4CAB-9C5E-9AF4C6673DC8}" dt="2026-05-12T03:09:06.516" v="2114" actId="478"/>
          <ac:spMkLst>
            <pc:docMk/>
            <pc:sldMk cId="2163180626" sldId="269"/>
            <ac:spMk id="3" creationId="{D4FABCBF-1098-F3B4-B024-C6D60FAE13CD}"/>
          </ac:spMkLst>
        </pc:spChg>
        <pc:spChg chg="mod">
          <ac:chgData name="Gary Palmer" userId="aa1b841b-5764-4f6d-9429-d973eb1855fd" providerId="ADAL" clId="{E14B025C-0776-4CAB-9C5E-9AF4C6673DC8}" dt="2026-05-12T03:10:12.653" v="2122" actId="1076"/>
          <ac:spMkLst>
            <pc:docMk/>
            <pc:sldMk cId="2163180626" sldId="269"/>
            <ac:spMk id="5" creationId="{F0E1D2D4-409B-EA9C-C1E1-06F58C1188BA}"/>
          </ac:spMkLst>
        </pc:spChg>
        <pc:spChg chg="add mod ord">
          <ac:chgData name="Gary Palmer" userId="aa1b841b-5764-4f6d-9429-d973eb1855fd" providerId="ADAL" clId="{E14B025C-0776-4CAB-9C5E-9AF4C6673DC8}" dt="2026-05-12T03:09:30.832" v="2118" actId="700"/>
          <ac:spMkLst>
            <pc:docMk/>
            <pc:sldMk cId="2163180626" sldId="269"/>
            <ac:spMk id="6" creationId="{D1D3059E-6508-1C58-02FA-71F65E5A77BE}"/>
          </ac:spMkLst>
        </pc:spChg>
        <pc:picChg chg="del mod">
          <ac:chgData name="Gary Palmer" userId="aa1b841b-5764-4f6d-9429-d973eb1855fd" providerId="ADAL" clId="{E14B025C-0776-4CAB-9C5E-9AF4C6673DC8}" dt="2026-05-13T03:16:15.598" v="3308" actId="478"/>
          <ac:picMkLst>
            <pc:docMk/>
            <pc:sldMk cId="2163180626" sldId="269"/>
            <ac:picMk id="4" creationId="{57D22D54-4E39-EBDE-6448-4BECA405B880}"/>
          </ac:picMkLst>
        </pc:picChg>
        <pc:picChg chg="del mod">
          <ac:chgData name="Gary Palmer" userId="aa1b841b-5764-4f6d-9429-d973eb1855fd" providerId="ADAL" clId="{E14B025C-0776-4CAB-9C5E-9AF4C6673DC8}" dt="2026-05-13T03:16:18.161" v="3310" actId="478"/>
          <ac:picMkLst>
            <pc:docMk/>
            <pc:sldMk cId="2163180626" sldId="269"/>
            <ac:picMk id="8" creationId="{AE8AE586-4475-0961-33D2-01AC741219FB}"/>
          </ac:picMkLst>
        </pc:picChg>
        <pc:picChg chg="del mod">
          <ac:chgData name="Gary Palmer" userId="aa1b841b-5764-4f6d-9429-d973eb1855fd" providerId="ADAL" clId="{E14B025C-0776-4CAB-9C5E-9AF4C6673DC8}" dt="2026-05-13T03:16:13.947" v="3307" actId="478"/>
          <ac:picMkLst>
            <pc:docMk/>
            <pc:sldMk cId="2163180626" sldId="269"/>
            <ac:picMk id="9" creationId="{C9CAE73A-4009-952E-059B-F89BDC510C94}"/>
          </ac:picMkLst>
        </pc:picChg>
        <pc:picChg chg="del mod">
          <ac:chgData name="Gary Palmer" userId="aa1b841b-5764-4f6d-9429-d973eb1855fd" providerId="ADAL" clId="{E14B025C-0776-4CAB-9C5E-9AF4C6673DC8}" dt="2026-05-13T03:16:17.171" v="3309" actId="478"/>
          <ac:picMkLst>
            <pc:docMk/>
            <pc:sldMk cId="2163180626" sldId="269"/>
            <ac:picMk id="11" creationId="{807A13E9-4943-7EA8-F7E8-C5E3738C2281}"/>
          </ac:picMkLst>
        </pc:picChg>
      </pc:sldChg>
      <pc:sldChg chg="addSp delSp modSp new mod modClrScheme chgLayout modNotesTx">
        <pc:chgData name="Gary Palmer" userId="aa1b841b-5764-4f6d-9429-d973eb1855fd" providerId="ADAL" clId="{E14B025C-0776-4CAB-9C5E-9AF4C6673DC8}" dt="2026-05-13T12:08:16.280" v="4734" actId="20577"/>
        <pc:sldMkLst>
          <pc:docMk/>
          <pc:sldMk cId="178734362" sldId="270"/>
        </pc:sldMkLst>
        <pc:spChg chg="mod ord">
          <ac:chgData name="Gary Palmer" userId="aa1b841b-5764-4f6d-9429-d973eb1855fd" providerId="ADAL" clId="{E14B025C-0776-4CAB-9C5E-9AF4C6673DC8}" dt="2026-05-13T03:38:10.877" v="3516" actId="1076"/>
          <ac:spMkLst>
            <pc:docMk/>
            <pc:sldMk cId="178734362" sldId="270"/>
            <ac:spMk id="2" creationId="{D903637A-EF90-73B9-8893-73AE5FB728A9}"/>
          </ac:spMkLst>
        </pc:spChg>
        <pc:spChg chg="mod">
          <ac:chgData name="Gary Palmer" userId="aa1b841b-5764-4f6d-9429-d973eb1855fd" providerId="ADAL" clId="{E14B025C-0776-4CAB-9C5E-9AF4C6673DC8}" dt="2026-05-13T11:50:00.801" v="4450" actId="1036"/>
          <ac:spMkLst>
            <pc:docMk/>
            <pc:sldMk cId="178734362" sldId="270"/>
            <ac:spMk id="4" creationId="{4E60BA71-E915-AEB3-2351-FB170FB855B2}"/>
          </ac:spMkLst>
        </pc:spChg>
        <pc:spChg chg="mod">
          <ac:chgData name="Gary Palmer" userId="aa1b841b-5764-4f6d-9429-d973eb1855fd" providerId="ADAL" clId="{E14B025C-0776-4CAB-9C5E-9AF4C6673DC8}" dt="2026-05-13T11:55:32.101" v="4538" actId="14100"/>
          <ac:spMkLst>
            <pc:docMk/>
            <pc:sldMk cId="178734362" sldId="270"/>
            <ac:spMk id="5" creationId="{2E3FBFBF-79BE-2389-A4E9-8D3D759180F3}"/>
          </ac:spMkLst>
        </pc:spChg>
        <pc:spChg chg="add mod ord">
          <ac:chgData name="Gary Palmer" userId="aa1b841b-5764-4f6d-9429-d973eb1855fd" providerId="ADAL" clId="{E14B025C-0776-4CAB-9C5E-9AF4C6673DC8}" dt="2026-05-12T03:10:33.348" v="2123" actId="700"/>
          <ac:spMkLst>
            <pc:docMk/>
            <pc:sldMk cId="178734362" sldId="270"/>
            <ac:spMk id="6" creationId="{B2D20C1A-8A46-9668-F54C-CD063ECE7F05}"/>
          </ac:spMkLst>
        </pc:spChg>
        <pc:spChg chg="mod">
          <ac:chgData name="Gary Palmer" userId="aa1b841b-5764-4f6d-9429-d973eb1855fd" providerId="ADAL" clId="{E14B025C-0776-4CAB-9C5E-9AF4C6673DC8}" dt="2026-05-13T11:55:13.312" v="4527" actId="1076"/>
          <ac:spMkLst>
            <pc:docMk/>
            <pc:sldMk cId="178734362" sldId="270"/>
            <ac:spMk id="7" creationId="{1DD2BF80-46BF-E16A-D9E1-925CFACC985F}"/>
          </ac:spMkLst>
        </pc:spChg>
        <pc:spChg chg="mod">
          <ac:chgData name="Gary Palmer" userId="aa1b841b-5764-4f6d-9429-d973eb1855fd" providerId="ADAL" clId="{E14B025C-0776-4CAB-9C5E-9AF4C6673DC8}" dt="2026-05-12T17:47:35.004" v="3192" actId="164"/>
          <ac:spMkLst>
            <pc:docMk/>
            <pc:sldMk cId="178734362" sldId="270"/>
            <ac:spMk id="16" creationId="{88961B39-65F2-AB09-54A3-CA61948D6D1A}"/>
          </ac:spMkLst>
        </pc:spChg>
        <pc:spChg chg="add mod">
          <ac:chgData name="Gary Palmer" userId="aa1b841b-5764-4f6d-9429-d973eb1855fd" providerId="ADAL" clId="{E14B025C-0776-4CAB-9C5E-9AF4C6673DC8}" dt="2026-05-13T11:55:04.507" v="4526" actId="1038"/>
          <ac:spMkLst>
            <pc:docMk/>
            <pc:sldMk cId="178734362" sldId="270"/>
            <ac:spMk id="18" creationId="{BE5183AC-766A-A266-085C-9A47BCE55267}"/>
          </ac:spMkLst>
        </pc:spChg>
        <pc:spChg chg="add mod">
          <ac:chgData name="Gary Palmer" userId="aa1b841b-5764-4f6d-9429-d973eb1855fd" providerId="ADAL" clId="{E14B025C-0776-4CAB-9C5E-9AF4C6673DC8}" dt="2026-05-13T11:50:00.801" v="4450" actId="1036"/>
          <ac:spMkLst>
            <pc:docMk/>
            <pc:sldMk cId="178734362" sldId="270"/>
            <ac:spMk id="19" creationId="{2D76A7E0-C067-D6B1-180C-5EEA88CFE1A4}"/>
          </ac:spMkLst>
        </pc:spChg>
        <pc:spChg chg="add mod">
          <ac:chgData name="Gary Palmer" userId="aa1b841b-5764-4f6d-9429-d973eb1855fd" providerId="ADAL" clId="{E14B025C-0776-4CAB-9C5E-9AF4C6673DC8}" dt="2026-05-13T11:55:21.334" v="4536" actId="1037"/>
          <ac:spMkLst>
            <pc:docMk/>
            <pc:sldMk cId="178734362" sldId="270"/>
            <ac:spMk id="20" creationId="{089A651B-0267-6F88-9C90-235C88C060C4}"/>
          </ac:spMkLst>
        </pc:spChg>
        <pc:spChg chg="add del mod topLvl">
          <ac:chgData name="Gary Palmer" userId="aa1b841b-5764-4f6d-9429-d973eb1855fd" providerId="ADAL" clId="{E14B025C-0776-4CAB-9C5E-9AF4C6673DC8}" dt="2026-05-13T03:30:10.472" v="3411" actId="165"/>
          <ac:spMkLst>
            <pc:docMk/>
            <pc:sldMk cId="178734362" sldId="270"/>
            <ac:spMk id="21" creationId="{B9939963-4BDD-32D6-1F22-87E81C08002A}"/>
          </ac:spMkLst>
        </pc:spChg>
        <pc:spChg chg="add del mod">
          <ac:chgData name="Gary Palmer" userId="aa1b841b-5764-4f6d-9429-d973eb1855fd" providerId="ADAL" clId="{E14B025C-0776-4CAB-9C5E-9AF4C6673DC8}" dt="2026-05-13T11:39:19.257" v="4081" actId="478"/>
          <ac:spMkLst>
            <pc:docMk/>
            <pc:sldMk cId="178734362" sldId="270"/>
            <ac:spMk id="23" creationId="{BBAA97E6-E772-1741-8700-2C05D69F9C07}"/>
          </ac:spMkLst>
        </pc:spChg>
        <pc:spChg chg="add del mod">
          <ac:chgData name="Gary Palmer" userId="aa1b841b-5764-4f6d-9429-d973eb1855fd" providerId="ADAL" clId="{E14B025C-0776-4CAB-9C5E-9AF4C6673DC8}" dt="2026-05-13T11:39:21.859" v="4082" actId="478"/>
          <ac:spMkLst>
            <pc:docMk/>
            <pc:sldMk cId="178734362" sldId="270"/>
            <ac:spMk id="24" creationId="{E6E4E9AF-CF7C-E3BB-653A-451E65B39122}"/>
          </ac:spMkLst>
        </pc:spChg>
        <pc:spChg chg="add mod">
          <ac:chgData name="Gary Palmer" userId="aa1b841b-5764-4f6d-9429-d973eb1855fd" providerId="ADAL" clId="{E14B025C-0776-4CAB-9C5E-9AF4C6673DC8}" dt="2026-05-13T11:54:18.263" v="4502" actId="1038"/>
          <ac:spMkLst>
            <pc:docMk/>
            <pc:sldMk cId="178734362" sldId="270"/>
            <ac:spMk id="25" creationId="{547AA19A-EB06-29CC-88CB-FB335D2C1E73}"/>
          </ac:spMkLst>
        </pc:spChg>
        <pc:spChg chg="add mod ord">
          <ac:chgData name="Gary Palmer" userId="aa1b841b-5764-4f6d-9429-d973eb1855fd" providerId="ADAL" clId="{E14B025C-0776-4CAB-9C5E-9AF4C6673DC8}" dt="2026-05-13T11:54:51.959" v="4508" actId="14100"/>
          <ac:spMkLst>
            <pc:docMk/>
            <pc:sldMk cId="178734362" sldId="270"/>
            <ac:spMk id="26" creationId="{DC715246-863F-5726-1598-142F9911B4A3}"/>
          </ac:spMkLst>
        </pc:spChg>
        <pc:spChg chg="add mod">
          <ac:chgData name="Gary Palmer" userId="aa1b841b-5764-4f6d-9429-d973eb1855fd" providerId="ADAL" clId="{E14B025C-0776-4CAB-9C5E-9AF4C6673DC8}" dt="2026-05-13T11:56:30.852" v="4545" actId="207"/>
          <ac:spMkLst>
            <pc:docMk/>
            <pc:sldMk cId="178734362" sldId="270"/>
            <ac:spMk id="27" creationId="{59DF78F3-9DC4-D12D-5640-6700DC302745}"/>
          </ac:spMkLst>
        </pc:spChg>
        <pc:spChg chg="add mod">
          <ac:chgData name="Gary Palmer" userId="aa1b841b-5764-4f6d-9429-d973eb1855fd" providerId="ADAL" clId="{E14B025C-0776-4CAB-9C5E-9AF4C6673DC8}" dt="2026-05-13T03:45:23.652" v="3699"/>
          <ac:spMkLst>
            <pc:docMk/>
            <pc:sldMk cId="178734362" sldId="270"/>
            <ac:spMk id="28" creationId="{810C9325-5C71-0F10-A004-611AFDAA8694}"/>
          </ac:spMkLst>
        </pc:spChg>
        <pc:spChg chg="add mod">
          <ac:chgData name="Gary Palmer" userId="aa1b841b-5764-4f6d-9429-d973eb1855fd" providerId="ADAL" clId="{E14B025C-0776-4CAB-9C5E-9AF4C6673DC8}" dt="2026-05-13T11:56:41.805" v="4551" actId="1035"/>
          <ac:spMkLst>
            <pc:docMk/>
            <pc:sldMk cId="178734362" sldId="270"/>
            <ac:spMk id="28" creationId="{D481A5F2-A3C1-1E0A-40E9-CCE0ACFB47EF}"/>
          </ac:spMkLst>
        </pc:spChg>
        <pc:spChg chg="add mod">
          <ac:chgData name="Gary Palmer" userId="aa1b841b-5764-4f6d-9429-d973eb1855fd" providerId="ADAL" clId="{E14B025C-0776-4CAB-9C5E-9AF4C6673DC8}" dt="2026-05-13T11:50:00.801" v="4450" actId="1036"/>
          <ac:spMkLst>
            <pc:docMk/>
            <pc:sldMk cId="178734362" sldId="270"/>
            <ac:spMk id="29" creationId="{510D8118-9060-C303-7BCB-6ED49F009590}"/>
          </ac:spMkLst>
        </pc:spChg>
        <pc:spChg chg="add mod">
          <ac:chgData name="Gary Palmer" userId="aa1b841b-5764-4f6d-9429-d973eb1855fd" providerId="ADAL" clId="{E14B025C-0776-4CAB-9C5E-9AF4C6673DC8}" dt="2026-05-13T11:52:30.609" v="4479" actId="1038"/>
          <ac:spMkLst>
            <pc:docMk/>
            <pc:sldMk cId="178734362" sldId="270"/>
            <ac:spMk id="30" creationId="{8394BB00-07C5-CD20-5698-4B68825F4219}"/>
          </ac:spMkLst>
        </pc:spChg>
        <pc:grpChg chg="mod">
          <ac:chgData name="Gary Palmer" userId="aa1b841b-5764-4f6d-9429-d973eb1855fd" providerId="ADAL" clId="{E14B025C-0776-4CAB-9C5E-9AF4C6673DC8}" dt="2026-05-13T11:55:21.334" v="4536" actId="1037"/>
          <ac:grpSpMkLst>
            <pc:docMk/>
            <pc:sldMk cId="178734362" sldId="270"/>
            <ac:grpSpMk id="11" creationId="{B87363AC-BDA1-B456-B096-DFC8CEBEA110}"/>
          </ac:grpSpMkLst>
        </pc:grpChg>
        <pc:grpChg chg="add mod">
          <ac:chgData name="Gary Palmer" userId="aa1b841b-5764-4f6d-9429-d973eb1855fd" providerId="ADAL" clId="{E14B025C-0776-4CAB-9C5E-9AF4C6673DC8}" dt="2026-05-13T11:49:52.045" v="4421" actId="1036"/>
          <ac:grpSpMkLst>
            <pc:docMk/>
            <pc:sldMk cId="178734362" sldId="270"/>
            <ac:grpSpMk id="13" creationId="{0A5D33E7-547D-C1B8-83D8-D80A348F29AD}"/>
          </ac:grpSpMkLst>
        </pc:grpChg>
        <pc:grpChg chg="add del mod">
          <ac:chgData name="Gary Palmer" userId="aa1b841b-5764-4f6d-9429-d973eb1855fd" providerId="ADAL" clId="{E14B025C-0776-4CAB-9C5E-9AF4C6673DC8}" dt="2026-05-13T11:55:04.507" v="4526" actId="1038"/>
          <ac:grpSpMkLst>
            <pc:docMk/>
            <pc:sldMk cId="178734362" sldId="270"/>
            <ac:grpSpMk id="22" creationId="{C558C81C-0551-6DDE-FFEF-5D99E78C0C32}"/>
          </ac:grpSpMkLst>
        </pc:grpChg>
        <pc:picChg chg="add mod">
          <ac:chgData name="Gary Palmer" userId="aa1b841b-5764-4f6d-9429-d973eb1855fd" providerId="ADAL" clId="{E14B025C-0776-4CAB-9C5E-9AF4C6673DC8}" dt="2026-05-13T11:56:54.715" v="4566" actId="1038"/>
          <ac:picMkLst>
            <pc:docMk/>
            <pc:sldMk cId="178734362" sldId="270"/>
            <ac:picMk id="3" creationId="{752D6037-A3A4-D0D1-DD5F-35CBA67E85F1}"/>
          </ac:picMkLst>
        </pc:picChg>
        <pc:picChg chg="add del mod">
          <ac:chgData name="Gary Palmer" userId="aa1b841b-5764-4f6d-9429-d973eb1855fd" providerId="ADAL" clId="{E14B025C-0776-4CAB-9C5E-9AF4C6673DC8}" dt="2026-05-13T04:00:29.331" v="4075" actId="478"/>
          <ac:picMkLst>
            <pc:docMk/>
            <pc:sldMk cId="178734362" sldId="270"/>
            <ac:picMk id="3" creationId="{F0683438-C7F1-A82F-E63C-8C7DC8775074}"/>
          </ac:picMkLst>
        </pc:picChg>
        <pc:picChg chg="mod">
          <ac:chgData name="Gary Palmer" userId="aa1b841b-5764-4f6d-9429-d973eb1855fd" providerId="ADAL" clId="{E14B025C-0776-4CAB-9C5E-9AF4C6673DC8}" dt="2026-05-12T17:47:35.004" v="3192" actId="164"/>
          <ac:picMkLst>
            <pc:docMk/>
            <pc:sldMk cId="178734362" sldId="270"/>
            <ac:picMk id="8" creationId="{F1F053DC-F398-7FB0-5382-66FB48A2D678}"/>
          </ac:picMkLst>
        </pc:picChg>
        <pc:picChg chg="mod topLvl">
          <ac:chgData name="Gary Palmer" userId="aa1b841b-5764-4f6d-9429-d973eb1855fd" providerId="ADAL" clId="{E14B025C-0776-4CAB-9C5E-9AF4C6673DC8}" dt="2026-05-13T03:30:10.877" v="3412" actId="1076"/>
          <ac:picMkLst>
            <pc:docMk/>
            <pc:sldMk cId="178734362" sldId="270"/>
            <ac:picMk id="12" creationId="{3D8ADCA8-A4A2-EE31-703F-4FDC2F02E15B}"/>
          </ac:picMkLst>
        </pc:picChg>
        <pc:cxnChg chg="add mod">
          <ac:chgData name="Gary Palmer" userId="aa1b841b-5764-4f6d-9429-d973eb1855fd" providerId="ADAL" clId="{E14B025C-0776-4CAB-9C5E-9AF4C6673DC8}" dt="2026-05-13T11:42:56.875" v="4201" actId="1036"/>
          <ac:cxnSpMkLst>
            <pc:docMk/>
            <pc:sldMk cId="178734362" sldId="270"/>
            <ac:cxnSpMk id="15" creationId="{E52EBDB1-721B-4996-153F-723F9D5D45D7}"/>
          </ac:cxnSpMkLst>
        </pc:cxnChg>
        <pc:cxnChg chg="add del">
          <ac:chgData name="Gary Palmer" userId="aa1b841b-5764-4f6d-9429-d973eb1855fd" providerId="ADAL" clId="{E14B025C-0776-4CAB-9C5E-9AF4C6673DC8}" dt="2026-05-13T11:51:44.412" v="4456" actId="478"/>
          <ac:cxnSpMkLst>
            <pc:docMk/>
            <pc:sldMk cId="178734362" sldId="270"/>
            <ac:cxnSpMk id="17" creationId="{B05CBFF3-8474-20FA-13F8-F508E66C7647}"/>
          </ac:cxnSpMkLst>
        </pc:cxnChg>
      </pc:sldChg>
      <pc:sldChg chg="addSp delSp modSp new mod modClrScheme chgLayout">
        <pc:chgData name="Gary Palmer" userId="aa1b841b-5764-4f6d-9429-d973eb1855fd" providerId="ADAL" clId="{E14B025C-0776-4CAB-9C5E-9AF4C6673DC8}" dt="2026-05-13T12:26:41.656" v="4863" actId="1076"/>
        <pc:sldMkLst>
          <pc:docMk/>
          <pc:sldMk cId="3446794863" sldId="271"/>
        </pc:sldMkLst>
        <pc:spChg chg="del mod">
          <ac:chgData name="Gary Palmer" userId="aa1b841b-5764-4f6d-9429-d973eb1855fd" providerId="ADAL" clId="{E14B025C-0776-4CAB-9C5E-9AF4C6673DC8}" dt="2026-05-13T12:19:48.486" v="4748" actId="478"/>
          <ac:spMkLst>
            <pc:docMk/>
            <pc:sldMk cId="3446794863" sldId="271"/>
            <ac:spMk id="2" creationId="{5DAF89A2-5DE5-A67F-03E9-5512525551EB}"/>
          </ac:spMkLst>
        </pc:spChg>
        <pc:spChg chg="del mod">
          <ac:chgData name="Gary Palmer" userId="aa1b841b-5764-4f6d-9429-d973eb1855fd" providerId="ADAL" clId="{E14B025C-0776-4CAB-9C5E-9AF4C6673DC8}" dt="2026-05-13T12:19:36.129" v="4746" actId="478"/>
          <ac:spMkLst>
            <pc:docMk/>
            <pc:sldMk cId="3446794863" sldId="271"/>
            <ac:spMk id="3" creationId="{9DB70C6A-8618-2FDF-9E8F-F4ACB8EBCAAA}"/>
          </ac:spMkLst>
        </pc:spChg>
        <pc:spChg chg="add del mod">
          <ac:chgData name="Gary Palmer" userId="aa1b841b-5764-4f6d-9429-d973eb1855fd" providerId="ADAL" clId="{E14B025C-0776-4CAB-9C5E-9AF4C6673DC8}" dt="2026-05-13T12:21:36.153" v="4784" actId="478"/>
          <ac:spMkLst>
            <pc:docMk/>
            <pc:sldMk cId="3446794863" sldId="271"/>
            <ac:spMk id="4" creationId="{D2B3E86F-86CA-2A2D-5FA1-49611F3238E0}"/>
          </ac:spMkLst>
        </pc:spChg>
        <pc:spChg chg="mod">
          <ac:chgData name="Gary Palmer" userId="aa1b841b-5764-4f6d-9429-d973eb1855fd" providerId="ADAL" clId="{E14B025C-0776-4CAB-9C5E-9AF4C6673DC8}" dt="2026-05-13T12:23:24.218" v="4788" actId="20577"/>
          <ac:spMkLst>
            <pc:docMk/>
            <pc:sldMk cId="3446794863" sldId="271"/>
            <ac:spMk id="5" creationId="{1045AA55-1D23-38E2-864B-99D755BFFF31}"/>
          </ac:spMkLst>
        </pc:spChg>
        <pc:spChg chg="add del mod ord">
          <ac:chgData name="Gary Palmer" userId="aa1b841b-5764-4f6d-9429-d973eb1855fd" providerId="ADAL" clId="{E14B025C-0776-4CAB-9C5E-9AF4C6673DC8}" dt="2026-05-13T12:20:15.222" v="4764" actId="700"/>
          <ac:spMkLst>
            <pc:docMk/>
            <pc:sldMk cId="3446794863" sldId="271"/>
            <ac:spMk id="7" creationId="{CF8F3191-E04A-38AC-46CE-82F32942D74D}"/>
          </ac:spMkLst>
        </pc:spChg>
        <pc:spChg chg="add mod ord">
          <ac:chgData name="Gary Palmer" userId="aa1b841b-5764-4f6d-9429-d973eb1855fd" providerId="ADAL" clId="{E14B025C-0776-4CAB-9C5E-9AF4C6673DC8}" dt="2026-05-13T12:20:46.659" v="4781" actId="20577"/>
          <ac:spMkLst>
            <pc:docMk/>
            <pc:sldMk cId="3446794863" sldId="271"/>
            <ac:spMk id="8" creationId="{7C330450-A557-E0C4-1295-C4B916248C49}"/>
          </ac:spMkLst>
        </pc:spChg>
        <pc:spChg chg="add mod ord">
          <ac:chgData name="Gary Palmer" userId="aa1b841b-5764-4f6d-9429-d973eb1855fd" providerId="ADAL" clId="{E14B025C-0776-4CAB-9C5E-9AF4C6673DC8}" dt="2026-05-13T12:20:15.222" v="4764" actId="700"/>
          <ac:spMkLst>
            <pc:docMk/>
            <pc:sldMk cId="3446794863" sldId="271"/>
            <ac:spMk id="9" creationId="{5324CB68-2FEF-B153-D913-7A685162E788}"/>
          </ac:spMkLst>
        </pc:spChg>
        <pc:spChg chg="add mod">
          <ac:chgData name="Gary Palmer" userId="aa1b841b-5764-4f6d-9429-d973eb1855fd" providerId="ADAL" clId="{E14B025C-0776-4CAB-9C5E-9AF4C6673DC8}" dt="2026-05-13T12:26:35.470" v="4862" actId="1076"/>
          <ac:spMkLst>
            <pc:docMk/>
            <pc:sldMk cId="3446794863" sldId="271"/>
            <ac:spMk id="12" creationId="{A337945B-E5DB-B6F3-22E6-34B3943ABA41}"/>
          </ac:spMkLst>
        </pc:spChg>
        <pc:spChg chg="add mod">
          <ac:chgData name="Gary Palmer" userId="aa1b841b-5764-4f6d-9429-d973eb1855fd" providerId="ADAL" clId="{E14B025C-0776-4CAB-9C5E-9AF4C6673DC8}" dt="2026-05-13T12:25:40.175" v="4831" actId="1076"/>
          <ac:spMkLst>
            <pc:docMk/>
            <pc:sldMk cId="3446794863" sldId="271"/>
            <ac:spMk id="13" creationId="{7209CB99-B384-F6D2-51FF-94AEECC5F383}"/>
          </ac:spMkLst>
        </pc:spChg>
        <pc:spChg chg="add mod">
          <ac:chgData name="Gary Palmer" userId="aa1b841b-5764-4f6d-9429-d973eb1855fd" providerId="ADAL" clId="{E14B025C-0776-4CAB-9C5E-9AF4C6673DC8}" dt="2026-05-13T12:26:27.951" v="4860" actId="1076"/>
          <ac:spMkLst>
            <pc:docMk/>
            <pc:sldMk cId="3446794863" sldId="271"/>
            <ac:spMk id="15" creationId="{7DAE4979-9872-FC7B-491F-6B7516844931}"/>
          </ac:spMkLst>
        </pc:spChg>
        <pc:picChg chg="add mod">
          <ac:chgData name="Gary Palmer" userId="aa1b841b-5764-4f6d-9429-d973eb1855fd" providerId="ADAL" clId="{E14B025C-0776-4CAB-9C5E-9AF4C6673DC8}" dt="2026-05-13T12:26:35.470" v="4862" actId="1076"/>
          <ac:picMkLst>
            <pc:docMk/>
            <pc:sldMk cId="3446794863" sldId="271"/>
            <ac:picMk id="10" creationId="{0E971ABF-53C9-6E4F-1A20-B9594D4F5B65}"/>
          </ac:picMkLst>
        </pc:picChg>
        <pc:picChg chg="add mod">
          <ac:chgData name="Gary Palmer" userId="aa1b841b-5764-4f6d-9429-d973eb1855fd" providerId="ADAL" clId="{E14B025C-0776-4CAB-9C5E-9AF4C6673DC8}" dt="2026-05-13T12:26:41.656" v="4863" actId="1076"/>
          <ac:picMkLst>
            <pc:docMk/>
            <pc:sldMk cId="3446794863" sldId="271"/>
            <ac:picMk id="11" creationId="{1A0429F8-1B78-FB88-D76E-D23A828C7AA0}"/>
          </ac:picMkLst>
        </pc:picChg>
        <pc:picChg chg="add mod">
          <ac:chgData name="Gary Palmer" userId="aa1b841b-5764-4f6d-9429-d973eb1855fd" providerId="ADAL" clId="{E14B025C-0776-4CAB-9C5E-9AF4C6673DC8}" dt="2026-05-13T12:26:27.951" v="4860" actId="1076"/>
          <ac:picMkLst>
            <pc:docMk/>
            <pc:sldMk cId="3446794863" sldId="271"/>
            <ac:picMk id="14" creationId="{FB9BD4C1-3D5D-0E81-E8A8-BE250AC87FBE}"/>
          </ac:picMkLst>
        </pc:picChg>
      </pc:sldChg>
      <pc:sldChg chg="addSp delSp modSp new mod ord modClrScheme chgLayout modNotesTx">
        <pc:chgData name="Gary Palmer" userId="aa1b841b-5764-4f6d-9429-d973eb1855fd" providerId="ADAL" clId="{E14B025C-0776-4CAB-9C5E-9AF4C6673DC8}" dt="2026-05-13T11:38:49.233" v="4080" actId="20577"/>
        <pc:sldMkLst>
          <pc:docMk/>
          <pc:sldMk cId="2636559758" sldId="272"/>
        </pc:sldMkLst>
        <pc:spChg chg="add mod ord">
          <ac:chgData name="Gary Palmer" userId="aa1b841b-5764-4f6d-9429-d973eb1855fd" providerId="ADAL" clId="{E14B025C-0776-4CAB-9C5E-9AF4C6673DC8}" dt="2026-05-13T03:18:24.421" v="3374" actId="20577"/>
          <ac:spMkLst>
            <pc:docMk/>
            <pc:sldMk cId="2636559758" sldId="272"/>
            <ac:spMk id="4" creationId="{22724DDA-F845-F589-41AB-70C31CD7D3ED}"/>
          </ac:spMkLst>
        </pc:spChg>
        <pc:spChg chg="add mod ord">
          <ac:chgData name="Gary Palmer" userId="aa1b841b-5764-4f6d-9429-d973eb1855fd" providerId="ADAL" clId="{E14B025C-0776-4CAB-9C5E-9AF4C6673DC8}" dt="2026-05-12T03:08:23.076" v="2109" actId="1076"/>
          <ac:spMkLst>
            <pc:docMk/>
            <pc:sldMk cId="2636559758" sldId="272"/>
            <ac:spMk id="5" creationId="{CEFC35E7-B6FC-A675-A6AE-D2AB3286CCDE}"/>
          </ac:spMkLst>
        </pc:spChg>
        <pc:spChg chg="add del mod ord">
          <ac:chgData name="Gary Palmer" userId="aa1b841b-5764-4f6d-9429-d973eb1855fd" providerId="ADAL" clId="{E14B025C-0776-4CAB-9C5E-9AF4C6673DC8}" dt="2026-05-12T01:40:55.470" v="1817" actId="478"/>
          <ac:spMkLst>
            <pc:docMk/>
            <pc:sldMk cId="2636559758" sldId="272"/>
            <ac:spMk id="6" creationId="{D7A8ABD6-77C6-972D-9B88-975EE6726CE1}"/>
          </ac:spMkLst>
        </pc:spChg>
        <pc:spChg chg="add mod ord">
          <ac:chgData name="Gary Palmer" userId="aa1b841b-5764-4f6d-9429-d973eb1855fd" providerId="ADAL" clId="{E14B025C-0776-4CAB-9C5E-9AF4C6673DC8}" dt="2026-04-30T17:55:36.956" v="46" actId="700"/>
          <ac:spMkLst>
            <pc:docMk/>
            <pc:sldMk cId="2636559758" sldId="272"/>
            <ac:spMk id="7" creationId="{C084C286-F96E-40C3-F99E-D635908298B4}"/>
          </ac:spMkLst>
        </pc:spChg>
        <pc:spChg chg="mod">
          <ac:chgData name="Gary Palmer" userId="aa1b841b-5764-4f6d-9429-d973eb1855fd" providerId="ADAL" clId="{E14B025C-0776-4CAB-9C5E-9AF4C6673DC8}" dt="2026-05-12T01:44:59.249" v="1847" actId="122"/>
          <ac:spMkLst>
            <pc:docMk/>
            <pc:sldMk cId="2636559758" sldId="272"/>
            <ac:spMk id="15" creationId="{15F917F8-AF97-B2C1-1FCA-700DC6442A5F}"/>
          </ac:spMkLst>
        </pc:spChg>
        <pc:spChg chg="mod">
          <ac:chgData name="Gary Palmer" userId="aa1b841b-5764-4f6d-9429-d973eb1855fd" providerId="ADAL" clId="{E14B025C-0776-4CAB-9C5E-9AF4C6673DC8}" dt="2026-05-12T01:45:22.468" v="1849" actId="122"/>
          <ac:spMkLst>
            <pc:docMk/>
            <pc:sldMk cId="2636559758" sldId="272"/>
            <ac:spMk id="17" creationId="{0C48F9E6-1DC4-1311-DEA5-A06BEF3C2711}"/>
          </ac:spMkLst>
        </pc:spChg>
        <pc:spChg chg="mod">
          <ac:chgData name="Gary Palmer" userId="aa1b841b-5764-4f6d-9429-d973eb1855fd" providerId="ADAL" clId="{E14B025C-0776-4CAB-9C5E-9AF4C6673DC8}" dt="2026-05-12T01:44:42.288" v="1845" actId="1076"/>
          <ac:spMkLst>
            <pc:docMk/>
            <pc:sldMk cId="2636559758" sldId="272"/>
            <ac:spMk id="19" creationId="{05D1E74B-B548-B17E-0114-673B12B1C0CA}"/>
          </ac:spMkLst>
        </pc:spChg>
        <pc:spChg chg="mod">
          <ac:chgData name="Gary Palmer" userId="aa1b841b-5764-4f6d-9429-d973eb1855fd" providerId="ADAL" clId="{E14B025C-0776-4CAB-9C5E-9AF4C6673DC8}" dt="2026-05-12T01:46:25.608" v="1854" actId="1076"/>
          <ac:spMkLst>
            <pc:docMk/>
            <pc:sldMk cId="2636559758" sldId="272"/>
            <ac:spMk id="21" creationId="{38F2B1C3-5921-C67A-DDCE-20816F43BEA1}"/>
          </ac:spMkLst>
        </pc:spChg>
        <pc:spChg chg="mod">
          <ac:chgData name="Gary Palmer" userId="aa1b841b-5764-4f6d-9429-d973eb1855fd" providerId="ADAL" clId="{E14B025C-0776-4CAB-9C5E-9AF4C6673DC8}" dt="2026-05-12T01:46:04.608" v="1852" actId="1076"/>
          <ac:spMkLst>
            <pc:docMk/>
            <pc:sldMk cId="2636559758" sldId="272"/>
            <ac:spMk id="22" creationId="{13F4FB30-E034-6A1C-104F-587858571439}"/>
          </ac:spMkLst>
        </pc:spChg>
        <pc:spChg chg="mod">
          <ac:chgData name="Gary Palmer" userId="aa1b841b-5764-4f6d-9429-d973eb1855fd" providerId="ADAL" clId="{E14B025C-0776-4CAB-9C5E-9AF4C6673DC8}" dt="2026-05-12T01:45:40.895" v="1851" actId="122"/>
          <ac:spMkLst>
            <pc:docMk/>
            <pc:sldMk cId="2636559758" sldId="272"/>
            <ac:spMk id="24" creationId="{4CC79A75-7454-2945-7935-F9242052E59A}"/>
          </ac:spMkLst>
        </pc:spChg>
        <pc:picChg chg="mod">
          <ac:chgData name="Gary Palmer" userId="aa1b841b-5764-4f6d-9429-d973eb1855fd" providerId="ADAL" clId="{E14B025C-0776-4CAB-9C5E-9AF4C6673DC8}" dt="2026-05-12T01:44:05.138" v="1838" actId="1076"/>
          <ac:picMkLst>
            <pc:docMk/>
            <pc:sldMk cId="2636559758" sldId="272"/>
            <ac:picMk id="2" creationId="{F8137045-E33C-A088-95D3-1C252E2F8B1E}"/>
          </ac:picMkLst>
        </pc:picChg>
        <pc:picChg chg="mod">
          <ac:chgData name="Gary Palmer" userId="aa1b841b-5764-4f6d-9429-d973eb1855fd" providerId="ADAL" clId="{E14B025C-0776-4CAB-9C5E-9AF4C6673DC8}" dt="2026-05-12T01:44:11.667" v="1840" actId="1076"/>
          <ac:picMkLst>
            <pc:docMk/>
            <pc:sldMk cId="2636559758" sldId="272"/>
            <ac:picMk id="3" creationId="{97318354-C160-6630-E4E0-E945F44284E1}"/>
          </ac:picMkLst>
        </pc:picChg>
        <pc:picChg chg="mod">
          <ac:chgData name="Gary Palmer" userId="aa1b841b-5764-4f6d-9429-d973eb1855fd" providerId="ADAL" clId="{E14B025C-0776-4CAB-9C5E-9AF4C6673DC8}" dt="2026-05-12T01:43:55.035" v="1837" actId="1076"/>
          <ac:picMkLst>
            <pc:docMk/>
            <pc:sldMk cId="2636559758" sldId="272"/>
            <ac:picMk id="8" creationId="{47EEBA11-572E-088F-1C5F-74C5CDBDED8F}"/>
          </ac:picMkLst>
        </pc:picChg>
        <pc:picChg chg="mod">
          <ac:chgData name="Gary Palmer" userId="aa1b841b-5764-4f6d-9429-d973eb1855fd" providerId="ADAL" clId="{E14B025C-0776-4CAB-9C5E-9AF4C6673DC8}" dt="2026-05-12T01:44:08.937" v="1839" actId="1076"/>
          <ac:picMkLst>
            <pc:docMk/>
            <pc:sldMk cId="2636559758" sldId="272"/>
            <ac:picMk id="27" creationId="{A9A78E65-04B3-6BB1-6FD7-37B3041FEA5F}"/>
          </ac:picMkLst>
        </pc:picChg>
      </pc:sldChg>
      <pc:sldChg chg="addSp delSp modSp new mod ord modClrScheme chgLayout">
        <pc:chgData name="Gary Palmer" userId="aa1b841b-5764-4f6d-9429-d973eb1855fd" providerId="ADAL" clId="{E14B025C-0776-4CAB-9C5E-9AF4C6673DC8}" dt="2026-05-13T12:18:36.217" v="4738" actId="1076"/>
        <pc:sldMkLst>
          <pc:docMk/>
          <pc:sldMk cId="2679513046" sldId="273"/>
        </pc:sldMkLst>
        <pc:spChg chg="add mod ord">
          <ac:chgData name="Gary Palmer" userId="aa1b841b-5764-4f6d-9429-d973eb1855fd" providerId="ADAL" clId="{E14B025C-0776-4CAB-9C5E-9AF4C6673DC8}" dt="2026-05-12T03:04:24.008" v="2086" actId="20577"/>
          <ac:spMkLst>
            <pc:docMk/>
            <pc:sldMk cId="2679513046" sldId="273"/>
            <ac:spMk id="4" creationId="{875B41E2-11E1-EFFE-9A77-AE734DBBC05F}"/>
          </ac:spMkLst>
        </pc:spChg>
        <pc:spChg chg="add mod ord">
          <ac:chgData name="Gary Palmer" userId="aa1b841b-5764-4f6d-9429-d973eb1855fd" providerId="ADAL" clId="{E14B025C-0776-4CAB-9C5E-9AF4C6673DC8}" dt="2026-05-07T18:51:44.423" v="1240" actId="700"/>
          <ac:spMkLst>
            <pc:docMk/>
            <pc:sldMk cId="2679513046" sldId="273"/>
            <ac:spMk id="5" creationId="{D2AE7FA7-7B14-B4EA-8A6B-1656F29D9085}"/>
          </ac:spMkLst>
        </pc:spChg>
        <pc:picChg chg="add del mod">
          <ac:chgData name="Gary Palmer" userId="aa1b841b-5764-4f6d-9429-d973eb1855fd" providerId="ADAL" clId="{E14B025C-0776-4CAB-9C5E-9AF4C6673DC8}" dt="2026-05-12T01:37:42.228" v="1805" actId="478"/>
          <ac:picMkLst>
            <pc:docMk/>
            <pc:sldMk cId="2679513046" sldId="273"/>
            <ac:picMk id="3" creationId="{CF56F597-A51F-9F7D-10FE-CC6F3FAC89A0}"/>
          </ac:picMkLst>
        </pc:picChg>
        <pc:picChg chg="add mod">
          <ac:chgData name="Gary Palmer" userId="aa1b841b-5764-4f6d-9429-d973eb1855fd" providerId="ADAL" clId="{E14B025C-0776-4CAB-9C5E-9AF4C6673DC8}" dt="2026-05-13T12:18:36.217" v="4738" actId="1076"/>
          <ac:picMkLst>
            <pc:docMk/>
            <pc:sldMk cId="2679513046" sldId="273"/>
            <ac:picMk id="3" creationId="{D139B029-06B4-CBFF-2534-C404A7AD3FC5}"/>
          </ac:picMkLst>
        </pc:picChg>
        <pc:picChg chg="add del mod">
          <ac:chgData name="Gary Palmer" userId="aa1b841b-5764-4f6d-9429-d973eb1855fd" providerId="ADAL" clId="{E14B025C-0776-4CAB-9C5E-9AF4C6673DC8}" dt="2026-05-13T12:18:25.303" v="4735" actId="478"/>
          <ac:picMkLst>
            <pc:docMk/>
            <pc:sldMk cId="2679513046" sldId="273"/>
            <ac:picMk id="7" creationId="{23B03417-8C03-30C5-4950-1C6853817811}"/>
          </ac:picMkLst>
        </pc:picChg>
        <pc:picChg chg="add del">
          <ac:chgData name="Gary Palmer" userId="aa1b841b-5764-4f6d-9429-d973eb1855fd" providerId="ADAL" clId="{E14B025C-0776-4CAB-9C5E-9AF4C6673DC8}" dt="2026-05-12T00:24:16.911" v="1799" actId="478"/>
          <ac:picMkLst>
            <pc:docMk/>
            <pc:sldMk cId="2679513046" sldId="273"/>
            <ac:picMk id="10" creationId="{697B5F1B-7E78-DB08-1E0E-A4B3AE2FC8F6}"/>
          </ac:picMkLst>
        </pc:picChg>
      </pc:sldChg>
      <pc:sldChg chg="addSp modSp new mod">
        <pc:chgData name="Gary Palmer" userId="aa1b841b-5764-4f6d-9429-d973eb1855fd" providerId="ADAL" clId="{E14B025C-0776-4CAB-9C5E-9AF4C6673DC8}" dt="2026-05-12T03:11:17.635" v="2126" actId="207"/>
        <pc:sldMkLst>
          <pc:docMk/>
          <pc:sldMk cId="2446860706" sldId="274"/>
        </pc:sldMkLst>
        <pc:spChg chg="add mod">
          <ac:chgData name="Gary Palmer" userId="aa1b841b-5764-4f6d-9429-d973eb1855fd" providerId="ADAL" clId="{E14B025C-0776-4CAB-9C5E-9AF4C6673DC8}" dt="2026-05-12T03:11:17.635" v="2126" actId="207"/>
          <ac:spMkLst>
            <pc:docMk/>
            <pc:sldMk cId="2446860706" sldId="274"/>
            <ac:spMk id="5" creationId="{3A450C1E-E047-31F5-B5D2-FBFB001E6B86}"/>
          </ac:spMkLst>
        </pc:spChg>
      </pc:sldChg>
      <pc:sldChg chg="addSp modSp new add del mod">
        <pc:chgData name="Gary Palmer" userId="aa1b841b-5764-4f6d-9429-d973eb1855fd" providerId="ADAL" clId="{E14B025C-0776-4CAB-9C5E-9AF4C6673DC8}" dt="2026-05-13T11:57:29.305" v="4568" actId="47"/>
        <pc:sldMkLst>
          <pc:docMk/>
          <pc:sldMk cId="3227797471" sldId="275"/>
        </pc:sldMkLst>
        <pc:spChg chg="add mod">
          <ac:chgData name="Gary Palmer" userId="aa1b841b-5764-4f6d-9429-d973eb1855fd" providerId="ADAL" clId="{E14B025C-0776-4CAB-9C5E-9AF4C6673DC8}" dt="2026-05-12T03:12:49.229" v="2131" actId="1076"/>
          <ac:spMkLst>
            <pc:docMk/>
            <pc:sldMk cId="3227797471" sldId="275"/>
            <ac:spMk id="5" creationId="{63C20FAE-75D5-8AC1-876A-AD2DA25C7A1E}"/>
          </ac:spMkLst>
        </pc:spChg>
      </pc:sldChg>
      <pc:sldChg chg="modSp add del mod ord">
        <pc:chgData name="Gary Palmer" userId="aa1b841b-5764-4f6d-9429-d973eb1855fd" providerId="ADAL" clId="{E14B025C-0776-4CAB-9C5E-9AF4C6673DC8}" dt="2026-05-13T11:57:32.100" v="4569" actId="47"/>
        <pc:sldMkLst>
          <pc:docMk/>
          <pc:sldMk cId="1977620733" sldId="276"/>
        </pc:sldMkLst>
      </pc:sldChg>
      <pc:sldChg chg="modSp mod">
        <pc:chgData name="Gary Palmer" userId="aa1b841b-5764-4f6d-9429-d973eb1855fd" providerId="ADAL" clId="{E14B025C-0776-4CAB-9C5E-9AF4C6673DC8}" dt="2026-05-11T18:38:34.274" v="1478" actId="1076"/>
        <pc:sldMkLst>
          <pc:docMk/>
          <pc:sldMk cId="3608312022" sldId="278"/>
        </pc:sldMkLst>
        <pc:spChg chg="mod">
          <ac:chgData name="Gary Palmer" userId="aa1b841b-5764-4f6d-9429-d973eb1855fd" providerId="ADAL" clId="{E14B025C-0776-4CAB-9C5E-9AF4C6673DC8}" dt="2026-05-11T18:38:24.416" v="1476" actId="1076"/>
          <ac:spMkLst>
            <pc:docMk/>
            <pc:sldMk cId="3608312022" sldId="278"/>
            <ac:spMk id="116" creationId="{84DC98C6-7307-DC90-2E1A-B8EA29EC9A88}"/>
          </ac:spMkLst>
        </pc:spChg>
        <pc:spChg chg="mod">
          <ac:chgData name="Gary Palmer" userId="aa1b841b-5764-4f6d-9429-d973eb1855fd" providerId="ADAL" clId="{E14B025C-0776-4CAB-9C5E-9AF4C6673DC8}" dt="2026-05-11T18:38:34.274" v="1478" actId="1076"/>
          <ac:spMkLst>
            <pc:docMk/>
            <pc:sldMk cId="3608312022" sldId="278"/>
            <ac:spMk id="117" creationId="{E4794F84-0F5E-D331-D2F4-2C563DEB0ADB}"/>
          </ac:spMkLst>
        </pc:spChg>
      </pc:sldChg>
      <pc:sldChg chg="addSp delSp modSp mod modClrScheme chgLayout modNotesTx">
        <pc:chgData name="Gary Palmer" userId="aa1b841b-5764-4f6d-9429-d973eb1855fd" providerId="ADAL" clId="{E14B025C-0776-4CAB-9C5E-9AF4C6673DC8}" dt="2026-05-12T17:06:09.140" v="2394" actId="12"/>
        <pc:sldMkLst>
          <pc:docMk/>
          <pc:sldMk cId="513879264" sldId="279"/>
        </pc:sldMkLst>
        <pc:spChg chg="add del">
          <ac:chgData name="Gary Palmer" userId="aa1b841b-5764-4f6d-9429-d973eb1855fd" providerId="ADAL" clId="{E14B025C-0776-4CAB-9C5E-9AF4C6673DC8}" dt="2026-05-12T02:18:46.805" v="1860" actId="478"/>
          <ac:spMkLst>
            <pc:docMk/>
            <pc:sldMk cId="513879264" sldId="279"/>
            <ac:spMk id="2" creationId="{EA83B227-A9A9-1BC1-5C2B-3F1B6897A354}"/>
          </ac:spMkLst>
        </pc:spChg>
        <pc:spChg chg="add del mod">
          <ac:chgData name="Gary Palmer" userId="aa1b841b-5764-4f6d-9429-d973eb1855fd" providerId="ADAL" clId="{E14B025C-0776-4CAB-9C5E-9AF4C6673DC8}" dt="2026-05-12T02:18:46.805" v="1860" actId="478"/>
          <ac:spMkLst>
            <pc:docMk/>
            <pc:sldMk cId="513879264" sldId="279"/>
            <ac:spMk id="3" creationId="{C0C112D1-890D-4BE3-73A4-C9C244292CE9}"/>
          </ac:spMkLst>
        </pc:spChg>
        <pc:spChg chg="del mod">
          <ac:chgData name="Gary Palmer" userId="aa1b841b-5764-4f6d-9429-d973eb1855fd" providerId="ADAL" clId="{E14B025C-0776-4CAB-9C5E-9AF4C6673DC8}" dt="2026-05-12T02:18:46.805" v="1860" actId="478"/>
          <ac:spMkLst>
            <pc:docMk/>
            <pc:sldMk cId="513879264" sldId="279"/>
            <ac:spMk id="4" creationId="{EB82E140-5F4F-5263-54FF-BD3A0D044D00}"/>
          </ac:spMkLst>
        </pc:spChg>
        <pc:spChg chg="add mod">
          <ac:chgData name="Gary Palmer" userId="aa1b841b-5764-4f6d-9429-d973eb1855fd" providerId="ADAL" clId="{E14B025C-0776-4CAB-9C5E-9AF4C6673DC8}" dt="2026-05-12T02:18:56.248" v="1862" actId="14100"/>
          <ac:spMkLst>
            <pc:docMk/>
            <pc:sldMk cId="513879264" sldId="279"/>
            <ac:spMk id="5" creationId="{5745D2A7-BE93-40DC-5BD8-0CF7CA2C5D6A}"/>
          </ac:spMkLst>
        </pc:spChg>
        <pc:spChg chg="add del mod ord">
          <ac:chgData name="Gary Palmer" userId="aa1b841b-5764-4f6d-9429-d973eb1855fd" providerId="ADAL" clId="{E14B025C-0776-4CAB-9C5E-9AF4C6673DC8}" dt="2026-05-12T02:24:09.149" v="1882" actId="478"/>
          <ac:spMkLst>
            <pc:docMk/>
            <pc:sldMk cId="513879264" sldId="279"/>
            <ac:spMk id="8" creationId="{8EA824A1-947F-B8E5-A008-EDCCAB2B2F42}"/>
          </ac:spMkLst>
        </pc:spChg>
        <pc:spChg chg="add del mod ord">
          <ac:chgData name="Gary Palmer" userId="aa1b841b-5764-4f6d-9429-d973eb1855fd" providerId="ADAL" clId="{E14B025C-0776-4CAB-9C5E-9AF4C6673DC8}" dt="2026-05-12T02:24:02.786" v="1881" actId="700"/>
          <ac:spMkLst>
            <pc:docMk/>
            <pc:sldMk cId="513879264" sldId="279"/>
            <ac:spMk id="9" creationId="{DDC13FF1-9616-DE95-F534-DB083342E28B}"/>
          </ac:spMkLst>
        </pc:spChg>
        <pc:spChg chg="add del mod ord">
          <ac:chgData name="Gary Palmer" userId="aa1b841b-5764-4f6d-9429-d973eb1855fd" providerId="ADAL" clId="{E14B025C-0776-4CAB-9C5E-9AF4C6673DC8}" dt="2026-05-12T02:24:02.786" v="1881" actId="700"/>
          <ac:spMkLst>
            <pc:docMk/>
            <pc:sldMk cId="513879264" sldId="279"/>
            <ac:spMk id="132" creationId="{8D90DEFD-CD7A-3CE2-8C41-37DF87DFFE8E}"/>
          </ac:spMkLst>
        </pc:spChg>
        <pc:spChg chg="add del mod ord">
          <ac:chgData name="Gary Palmer" userId="aa1b841b-5764-4f6d-9429-d973eb1855fd" providerId="ADAL" clId="{E14B025C-0776-4CAB-9C5E-9AF4C6673DC8}" dt="2026-05-12T03:08:31.074" v="2110" actId="14100"/>
          <ac:spMkLst>
            <pc:docMk/>
            <pc:sldMk cId="513879264" sldId="279"/>
            <ac:spMk id="133" creationId="{9713B21C-24C2-14EE-B208-5159AAE64BFD}"/>
          </ac:spMkLst>
        </pc:spChg>
        <pc:picChg chg="add del mod">
          <ac:chgData name="Gary Palmer" userId="aa1b841b-5764-4f6d-9429-d973eb1855fd" providerId="ADAL" clId="{E14B025C-0776-4CAB-9C5E-9AF4C6673DC8}" dt="2026-05-12T02:30:31.909" v="1899" actId="478"/>
          <ac:picMkLst>
            <pc:docMk/>
            <pc:sldMk cId="513879264" sldId="279"/>
            <ac:picMk id="7" creationId="{1DA7CAFB-66CC-3851-3EDC-C4922ABF096B}"/>
          </ac:picMkLst>
        </pc:picChg>
        <pc:picChg chg="add mod">
          <ac:chgData name="Gary Palmer" userId="aa1b841b-5764-4f6d-9429-d973eb1855fd" providerId="ADAL" clId="{E14B025C-0776-4CAB-9C5E-9AF4C6673DC8}" dt="2026-05-12T02:33:14.350" v="1929" actId="1036"/>
          <ac:picMkLst>
            <pc:docMk/>
            <pc:sldMk cId="513879264" sldId="279"/>
            <ac:picMk id="11" creationId="{E120C045-604E-680C-127E-FA4843B0ECE5}"/>
          </ac:picMkLst>
        </pc:picChg>
        <pc:picChg chg="add del">
          <ac:chgData name="Gary Palmer" userId="aa1b841b-5764-4f6d-9429-d973eb1855fd" providerId="ADAL" clId="{E14B025C-0776-4CAB-9C5E-9AF4C6673DC8}" dt="2026-05-12T02:03:33.439" v="1856" actId="478"/>
          <ac:picMkLst>
            <pc:docMk/>
            <pc:sldMk cId="513879264" sldId="279"/>
            <ac:picMk id="1026" creationId="{7BE9E7B6-943B-BDA6-EDDB-5B27DD5F3A21}"/>
          </ac:picMkLst>
        </pc:picChg>
      </pc:sldChg>
      <pc:sldMasterChg chg="delSldLayout">
        <pc:chgData name="Gary Palmer" userId="aa1b841b-5764-4f6d-9429-d973eb1855fd" providerId="ADAL" clId="{E14B025C-0776-4CAB-9C5E-9AF4C6673DC8}" dt="2026-05-11T19:44:05.522" v="1790" actId="47"/>
        <pc:sldMasterMkLst>
          <pc:docMk/>
          <pc:sldMasterMk cId="0" sldId="2147483662"/>
        </pc:sldMasterMkLst>
      </pc:sldMasterChg>
    </pc:docChg>
  </pc:docChgLst>
  <pc:docChgLst>
    <pc:chgData name="Tony Lobozzo" userId="S::tony.lobozzo@publix.com::e9c90dd3-deed-48a8-bf39-70004b7a375c" providerId="AD" clId="Web-{5FA8EC05-A899-4744-CAF5-F7DBFF69BF97}"/>
    <pc:docChg chg="delSld modSld">
      <pc:chgData name="Tony Lobozzo" userId="S::tony.lobozzo@publix.com::e9c90dd3-deed-48a8-bf39-70004b7a375c" providerId="AD" clId="Web-{5FA8EC05-A899-4744-CAF5-F7DBFF69BF97}" dt="2026-05-12T18:21:50.724" v="3894"/>
      <pc:docMkLst>
        <pc:docMk/>
      </pc:docMkLst>
      <pc:sldChg chg="modSp">
        <pc:chgData name="Tony Lobozzo" userId="S::tony.lobozzo@publix.com::e9c90dd3-deed-48a8-bf39-70004b7a375c" providerId="AD" clId="Web-{5FA8EC05-A899-4744-CAF5-F7DBFF69BF97}" dt="2026-05-12T03:09:07.508" v="119" actId="20577"/>
        <pc:sldMkLst>
          <pc:docMk/>
          <pc:sldMk cId="2163180626" sldId="269"/>
        </pc:sldMkLst>
        <pc:spChg chg="mod">
          <ac:chgData name="Tony Lobozzo" userId="S::tony.lobozzo@publix.com::e9c90dd3-deed-48a8-bf39-70004b7a375c" providerId="AD" clId="Web-{5FA8EC05-A899-4744-CAF5-F7DBFF69BF97}" dt="2026-05-12T03:09:07.508" v="119" actId="20577"/>
          <ac:spMkLst>
            <pc:docMk/>
            <pc:sldMk cId="2163180626" sldId="269"/>
            <ac:spMk id="3" creationId="{D4FABCBF-1098-F3B4-B024-C6D60FAE13CD}"/>
          </ac:spMkLst>
        </pc:spChg>
      </pc:sldChg>
      <pc:sldChg chg="addSp delSp modSp modNotes">
        <pc:chgData name="Tony Lobozzo" userId="S::tony.lobozzo@publix.com::e9c90dd3-deed-48a8-bf39-70004b7a375c" providerId="AD" clId="Web-{5FA8EC05-A899-4744-CAF5-F7DBFF69BF97}" dt="2026-05-12T13:11:35.028" v="517"/>
        <pc:sldMkLst>
          <pc:docMk/>
          <pc:sldMk cId="178734362" sldId="270"/>
        </pc:sldMkLst>
        <pc:spChg chg="mod">
          <ac:chgData name="Tony Lobozzo" userId="S::tony.lobozzo@publix.com::e9c90dd3-deed-48a8-bf39-70004b7a375c" providerId="AD" clId="Web-{5FA8EC05-A899-4744-CAF5-F7DBFF69BF97}" dt="2026-05-12T03:10:56.716" v="126" actId="1076"/>
          <ac:spMkLst>
            <pc:docMk/>
            <pc:sldMk cId="178734362" sldId="270"/>
            <ac:spMk id="2" creationId="{D903637A-EF90-73B9-8893-73AE5FB728A9}"/>
          </ac:spMkLst>
        </pc:spChg>
        <pc:spChg chg="del mod">
          <ac:chgData name="Tony Lobozzo" userId="S::tony.lobozzo@publix.com::e9c90dd3-deed-48a8-bf39-70004b7a375c" providerId="AD" clId="Web-{5FA8EC05-A899-4744-CAF5-F7DBFF69BF97}" dt="2026-05-12T03:10:00.151" v="121"/>
          <ac:spMkLst>
            <pc:docMk/>
            <pc:sldMk cId="178734362" sldId="270"/>
            <ac:spMk id="3" creationId="{7ADDFB67-86AC-1016-0E6B-DAB316BE9BB8}"/>
          </ac:spMkLst>
        </pc:spChg>
        <pc:spChg chg="mod topLvl">
          <ac:chgData name="Tony Lobozzo" userId="S::tony.lobozzo@publix.com::e9c90dd3-deed-48a8-bf39-70004b7a375c" providerId="AD" clId="Web-{5FA8EC05-A899-4744-CAF5-F7DBFF69BF97}" dt="2026-05-11T23:21:28.935" v="18" actId="1076"/>
          <ac:spMkLst>
            <pc:docMk/>
            <pc:sldMk cId="178734362" sldId="270"/>
            <ac:spMk id="16" creationId="{88961B39-65F2-AB09-54A3-CA61948D6D1A}"/>
          </ac:spMkLst>
        </pc:spChg>
        <pc:picChg chg="add mod">
          <ac:chgData name="Tony Lobozzo" userId="S::tony.lobozzo@publix.com::e9c90dd3-deed-48a8-bf39-70004b7a375c" providerId="AD" clId="Web-{5FA8EC05-A899-4744-CAF5-F7DBFF69BF97}" dt="2026-05-11T23:21:39.138" v="21" actId="1076"/>
          <ac:picMkLst>
            <pc:docMk/>
            <pc:sldMk cId="178734362" sldId="270"/>
            <ac:picMk id="8" creationId="{F1F053DC-F398-7FB0-5382-66FB48A2D678}"/>
          </ac:picMkLst>
        </pc:picChg>
        <pc:picChg chg="mod">
          <ac:chgData name="Tony Lobozzo" userId="S::tony.lobozzo@publix.com::e9c90dd3-deed-48a8-bf39-70004b7a375c" providerId="AD" clId="Web-{5FA8EC05-A899-4744-CAF5-F7DBFF69BF97}" dt="2026-05-11T23:21:56.280" v="25" actId="1076"/>
          <ac:picMkLst>
            <pc:docMk/>
            <pc:sldMk cId="178734362" sldId="270"/>
            <ac:picMk id="9" creationId="{DD3C65F0-07E7-76EB-1A51-9EE490A9B564}"/>
          </ac:picMkLst>
        </pc:picChg>
        <pc:picChg chg="mod">
          <ac:chgData name="Tony Lobozzo" userId="S::tony.lobozzo@publix.com::e9c90dd3-deed-48a8-bf39-70004b7a375c" providerId="AD" clId="Web-{5FA8EC05-A899-4744-CAF5-F7DBFF69BF97}" dt="2026-05-11T23:21:47.483" v="23" actId="1076"/>
          <ac:picMkLst>
            <pc:docMk/>
            <pc:sldMk cId="178734362" sldId="270"/>
            <ac:picMk id="12" creationId="{3D8ADCA8-A4A2-EE31-703F-4FDC2F02E15B}"/>
          </ac:picMkLst>
        </pc:picChg>
      </pc:sldChg>
      <pc:sldChg chg="modNotes">
        <pc:chgData name="Tony Lobozzo" userId="S::tony.lobozzo@publix.com::e9c90dd3-deed-48a8-bf39-70004b7a375c" providerId="AD" clId="Web-{5FA8EC05-A899-4744-CAF5-F7DBFF69BF97}" dt="2026-05-12T12:58:53.025" v="288"/>
        <pc:sldMkLst>
          <pc:docMk/>
          <pc:sldMk cId="2636559758" sldId="272"/>
        </pc:sldMkLst>
      </pc:sldChg>
      <pc:sldChg chg="addSp delSp modSp modNotes">
        <pc:chgData name="Tony Lobozzo" userId="S::tony.lobozzo@publix.com::e9c90dd3-deed-48a8-bf39-70004b7a375c" providerId="AD" clId="Web-{5FA8EC05-A899-4744-CAF5-F7DBFF69BF97}" dt="2026-05-12T18:13:13.922" v="3849" actId="14100"/>
        <pc:sldMkLst>
          <pc:docMk/>
          <pc:sldMk cId="2446860706" sldId="274"/>
        </pc:sldMkLst>
        <pc:spChg chg="del">
          <ac:chgData name="Tony Lobozzo" userId="S::tony.lobozzo@publix.com::e9c90dd3-deed-48a8-bf39-70004b7a375c" providerId="AD" clId="Web-{5FA8EC05-A899-4744-CAF5-F7DBFF69BF97}" dt="2026-05-12T02:55:12.974" v="115"/>
          <ac:spMkLst>
            <pc:docMk/>
            <pc:sldMk cId="2446860706" sldId="274"/>
            <ac:spMk id="2" creationId="{AE36F5CA-8590-7ACD-0274-46A15E1FFBA0}"/>
          </ac:spMkLst>
        </pc:spChg>
        <pc:spChg chg="mod">
          <ac:chgData name="Tony Lobozzo" userId="S::tony.lobozzo@publix.com::e9c90dd3-deed-48a8-bf39-70004b7a375c" providerId="AD" clId="Web-{5FA8EC05-A899-4744-CAF5-F7DBFF69BF97}" dt="2026-05-12T02:55:22.693" v="118" actId="1076"/>
          <ac:spMkLst>
            <pc:docMk/>
            <pc:sldMk cId="2446860706" sldId="274"/>
            <ac:spMk id="5" creationId="{3A450C1E-E047-31F5-B5D2-FBFB001E6B86}"/>
          </ac:spMkLst>
        </pc:spChg>
        <pc:spChg chg="del">
          <ac:chgData name="Tony Lobozzo" userId="S::tony.lobozzo@publix.com::e9c90dd3-deed-48a8-bf39-70004b7a375c" providerId="AD" clId="Web-{5FA8EC05-A899-4744-CAF5-F7DBFF69BF97}" dt="2026-05-12T02:02:36.704" v="91"/>
          <ac:spMkLst>
            <pc:docMk/>
            <pc:sldMk cId="2446860706" sldId="274"/>
            <ac:spMk id="17" creationId="{A1A96254-F69B-7FAE-9547-C450298EF173}"/>
          </ac:spMkLst>
        </pc:spChg>
        <pc:spChg chg="del">
          <ac:chgData name="Tony Lobozzo" userId="S::tony.lobozzo@publix.com::e9c90dd3-deed-48a8-bf39-70004b7a375c" providerId="AD" clId="Web-{5FA8EC05-A899-4744-CAF5-F7DBFF69BF97}" dt="2026-05-12T02:02:36.704" v="90"/>
          <ac:spMkLst>
            <pc:docMk/>
            <pc:sldMk cId="2446860706" sldId="274"/>
            <ac:spMk id="19" creationId="{50B9FE4A-02F0-7DC2-884B-875BA4D5EBC5}"/>
          </ac:spMkLst>
        </pc:spChg>
        <pc:spChg chg="del">
          <ac:chgData name="Tony Lobozzo" userId="S::tony.lobozzo@publix.com::e9c90dd3-deed-48a8-bf39-70004b7a375c" providerId="AD" clId="Web-{5FA8EC05-A899-4744-CAF5-F7DBFF69BF97}" dt="2026-05-12T02:02:36.704" v="89"/>
          <ac:spMkLst>
            <pc:docMk/>
            <pc:sldMk cId="2446860706" sldId="274"/>
            <ac:spMk id="25" creationId="{0551800E-7411-2F86-95CF-BED4C918502C}"/>
          </ac:spMkLst>
        </pc:spChg>
        <pc:spChg chg="del">
          <ac:chgData name="Tony Lobozzo" userId="S::tony.lobozzo@publix.com::e9c90dd3-deed-48a8-bf39-70004b7a375c" providerId="AD" clId="Web-{5FA8EC05-A899-4744-CAF5-F7DBFF69BF97}" dt="2026-05-12T02:02:36.704" v="88"/>
          <ac:spMkLst>
            <pc:docMk/>
            <pc:sldMk cId="2446860706" sldId="274"/>
            <ac:spMk id="27" creationId="{67480D2C-F2C7-3753-2E3C-6AC7F67710CE}"/>
          </ac:spMkLst>
        </pc:spChg>
        <pc:picChg chg="add mod">
          <ac:chgData name="Tony Lobozzo" userId="S::tony.lobozzo@publix.com::e9c90dd3-deed-48a8-bf39-70004b7a375c" providerId="AD" clId="Web-{5FA8EC05-A899-4744-CAF5-F7DBFF69BF97}" dt="2026-05-12T18:13:13.922" v="3849" actId="14100"/>
          <ac:picMkLst>
            <pc:docMk/>
            <pc:sldMk cId="2446860706" sldId="274"/>
            <ac:picMk id="2" creationId="{ABEC2092-A66C-09B4-4B80-4661DA7C5A1C}"/>
          </ac:picMkLst>
        </pc:picChg>
        <pc:picChg chg="add del mod">
          <ac:chgData name="Tony Lobozzo" userId="S::tony.lobozzo@publix.com::e9c90dd3-deed-48a8-bf39-70004b7a375c" providerId="AD" clId="Web-{5FA8EC05-A899-4744-CAF5-F7DBFF69BF97}" dt="2026-05-12T18:12:55.702" v="3843"/>
          <ac:picMkLst>
            <pc:docMk/>
            <pc:sldMk cId="2446860706" sldId="274"/>
            <ac:picMk id="6" creationId="{80C23D9C-3453-37DF-296D-BC79FC1531C1}"/>
          </ac:picMkLst>
        </pc:picChg>
        <pc:picChg chg="del">
          <ac:chgData name="Tony Lobozzo" userId="S::tony.lobozzo@publix.com::e9c90dd3-deed-48a8-bf39-70004b7a375c" providerId="AD" clId="Web-{5FA8EC05-A899-4744-CAF5-F7DBFF69BF97}" dt="2026-05-12T02:02:36.704" v="93"/>
          <ac:picMkLst>
            <pc:docMk/>
            <pc:sldMk cId="2446860706" sldId="274"/>
            <ac:picMk id="9" creationId="{923A998A-54B5-8B7E-6668-173EBB2DC896}"/>
          </ac:picMkLst>
        </pc:picChg>
        <pc:picChg chg="del">
          <ac:chgData name="Tony Lobozzo" userId="S::tony.lobozzo@publix.com::e9c90dd3-deed-48a8-bf39-70004b7a375c" providerId="AD" clId="Web-{5FA8EC05-A899-4744-CAF5-F7DBFF69BF97}" dt="2026-05-12T02:02:36.704" v="92"/>
          <ac:picMkLst>
            <pc:docMk/>
            <pc:sldMk cId="2446860706" sldId="274"/>
            <ac:picMk id="15" creationId="{0CD7810A-7739-19AC-008A-024DC8FD9F7D}"/>
          </ac:picMkLst>
        </pc:picChg>
      </pc:sldChg>
      <pc:sldChg chg="addSp delSp modSp modNotes">
        <pc:chgData name="Tony Lobozzo" userId="S::tony.lobozzo@publix.com::e9c90dd3-deed-48a8-bf39-70004b7a375c" providerId="AD" clId="Web-{5FA8EC05-A899-4744-CAF5-F7DBFF69BF97}" dt="2026-05-12T18:21:14.020" v="3893"/>
        <pc:sldMkLst>
          <pc:docMk/>
          <pc:sldMk cId="3227797471" sldId="275"/>
        </pc:sldMkLst>
        <pc:spChg chg="del">
          <ac:chgData name="Tony Lobozzo" userId="S::tony.lobozzo@publix.com::e9c90dd3-deed-48a8-bf39-70004b7a375c" providerId="AD" clId="Web-{5FA8EC05-A899-4744-CAF5-F7DBFF69BF97}" dt="2026-05-12T02:54:42.160" v="103"/>
          <ac:spMkLst>
            <pc:docMk/>
            <pc:sldMk cId="3227797471" sldId="275"/>
            <ac:spMk id="2" creationId="{FCDAA34B-0F3C-8C22-FD27-3CCD7BF56073}"/>
          </ac:spMkLst>
        </pc:spChg>
        <pc:spChg chg="add del mod">
          <ac:chgData name="Tony Lobozzo" userId="S::tony.lobozzo@publix.com::e9c90dd3-deed-48a8-bf39-70004b7a375c" providerId="AD" clId="Web-{5FA8EC05-A899-4744-CAF5-F7DBFF69BF97}" dt="2026-05-12T02:00:00.791" v="32"/>
          <ac:spMkLst>
            <pc:docMk/>
            <pc:sldMk cId="3227797471" sldId="275"/>
            <ac:spMk id="4" creationId="{75D7BF52-1F7A-3DF2-2D56-5A54437A179E}"/>
          </ac:spMkLst>
        </pc:spChg>
        <pc:spChg chg="mod">
          <ac:chgData name="Tony Lobozzo" userId="S::tony.lobozzo@publix.com::e9c90dd3-deed-48a8-bf39-70004b7a375c" providerId="AD" clId="Web-{5FA8EC05-A899-4744-CAF5-F7DBFF69BF97}" dt="2026-05-12T03:12:09.422" v="130" actId="1076"/>
          <ac:spMkLst>
            <pc:docMk/>
            <pc:sldMk cId="3227797471" sldId="275"/>
            <ac:spMk id="5" creationId="{63C20FAE-75D5-8AC1-876A-AD2DA25C7A1E}"/>
          </ac:spMkLst>
        </pc:spChg>
        <pc:picChg chg="add del mod">
          <ac:chgData name="Tony Lobozzo" userId="S::tony.lobozzo@publix.com::e9c90dd3-deed-48a8-bf39-70004b7a375c" providerId="AD" clId="Web-{5FA8EC05-A899-4744-CAF5-F7DBFF69BF97}" dt="2026-05-12T01:59:54.822" v="28"/>
          <ac:picMkLst>
            <pc:docMk/>
            <pc:sldMk cId="3227797471" sldId="275"/>
            <ac:picMk id="6" creationId="{CD8C3807-570B-69E0-2626-656F22DB4F9F}"/>
          </ac:picMkLst>
        </pc:picChg>
        <pc:picChg chg="add mod">
          <ac:chgData name="Tony Lobozzo" userId="S::tony.lobozzo@publix.com::e9c90dd3-deed-48a8-bf39-70004b7a375c" providerId="AD" clId="Web-{5FA8EC05-A899-4744-CAF5-F7DBFF69BF97}" dt="2026-05-12T02:01:25.184" v="39" actId="1076"/>
          <ac:picMkLst>
            <pc:docMk/>
            <pc:sldMk cId="3227797471" sldId="275"/>
            <ac:picMk id="7" creationId="{6903A726-5383-2787-2ED4-7CED72D9A531}"/>
          </ac:picMkLst>
        </pc:picChg>
        <pc:picChg chg="del mod">
          <ac:chgData name="Tony Lobozzo" userId="S::tony.lobozzo@publix.com::e9c90dd3-deed-48a8-bf39-70004b7a375c" providerId="AD" clId="Web-{5FA8EC05-A899-4744-CAF5-F7DBFF69BF97}" dt="2026-05-12T01:59:52.619" v="27"/>
          <ac:picMkLst>
            <pc:docMk/>
            <pc:sldMk cId="3227797471" sldId="275"/>
            <ac:picMk id="28" creationId="{555CA4A3-5916-D8CB-0B94-89657DDF40D5}"/>
          </ac:picMkLst>
        </pc:picChg>
      </pc:sldChg>
      <pc:sldChg chg="modNotes">
        <pc:chgData name="Tony Lobozzo" userId="S::tony.lobozzo@publix.com::e9c90dd3-deed-48a8-bf39-70004b7a375c" providerId="AD" clId="Web-{5FA8EC05-A899-4744-CAF5-F7DBFF69BF97}" dt="2026-05-12T17:08:27.378" v="3178"/>
        <pc:sldMkLst>
          <pc:docMk/>
          <pc:sldMk cId="1840389889" sldId="277"/>
        </pc:sldMkLst>
      </pc:sldChg>
      <pc:sldChg chg="modSp modNotes">
        <pc:chgData name="Tony Lobozzo" userId="S::tony.lobozzo@publix.com::e9c90dd3-deed-48a8-bf39-70004b7a375c" providerId="AD" clId="Web-{5FA8EC05-A899-4744-CAF5-F7DBFF69BF97}" dt="2026-05-12T17:44:37.528" v="3306"/>
        <pc:sldMkLst>
          <pc:docMk/>
          <pc:sldMk cId="3608312022" sldId="278"/>
        </pc:sldMkLst>
        <pc:spChg chg="mod">
          <ac:chgData name="Tony Lobozzo" userId="S::tony.lobozzo@publix.com::e9c90dd3-deed-48a8-bf39-70004b7a375c" providerId="AD" clId="Web-{5FA8EC05-A899-4744-CAF5-F7DBFF69BF97}" dt="2026-05-12T16:46:39.701" v="3083" actId="20577"/>
          <ac:spMkLst>
            <pc:docMk/>
            <pc:sldMk cId="3608312022" sldId="278"/>
            <ac:spMk id="117" creationId="{E4794F84-0F5E-D331-D2F4-2C563DEB0ADB}"/>
          </ac:spMkLst>
        </pc:spChg>
        <pc:spChg chg="mod">
          <ac:chgData name="Tony Lobozzo" userId="S::tony.lobozzo@publix.com::e9c90dd3-deed-48a8-bf39-70004b7a375c" providerId="AD" clId="Web-{5FA8EC05-A899-4744-CAF5-F7DBFF69BF97}" dt="2026-05-12T16:47:52.460" v="3168" actId="20577"/>
          <ac:spMkLst>
            <pc:docMk/>
            <pc:sldMk cId="3608312022" sldId="278"/>
            <ac:spMk id="119" creationId="{828D796D-6362-06DE-2AD6-E230E989E310}"/>
          </ac:spMkLst>
        </pc:spChg>
      </pc:sldChg>
      <pc:sldChg chg="modSp modNotes">
        <pc:chgData name="Tony Lobozzo" userId="S::tony.lobozzo@publix.com::e9c90dd3-deed-48a8-bf39-70004b7a375c" providerId="AD" clId="Web-{5FA8EC05-A899-4744-CAF5-F7DBFF69BF97}" dt="2026-05-12T03:14:47.944" v="132"/>
        <pc:sldMkLst>
          <pc:docMk/>
          <pc:sldMk cId="513879264" sldId="279"/>
        </pc:sldMkLst>
        <pc:picChg chg="mod">
          <ac:chgData name="Tony Lobozzo" userId="S::tony.lobozzo@publix.com::e9c90dd3-deed-48a8-bf39-70004b7a375c" providerId="AD" clId="Web-{5FA8EC05-A899-4744-CAF5-F7DBFF69BF97}" dt="2026-05-12T02:42:10.098" v="100" actId="14100"/>
          <ac:picMkLst>
            <pc:docMk/>
            <pc:sldMk cId="513879264" sldId="279"/>
            <ac:picMk id="11" creationId="{E120C045-604E-680C-127E-FA4843B0ECE5}"/>
          </ac:picMkLst>
        </pc:picChg>
      </pc:sldChg>
      <pc:sldChg chg="del">
        <pc:chgData name="Tony Lobozzo" userId="S::tony.lobozzo@publix.com::e9c90dd3-deed-48a8-bf39-70004b7a375c" providerId="AD" clId="Web-{5FA8EC05-A899-4744-CAF5-F7DBFF69BF97}" dt="2026-05-12T18:21:50.724" v="3894"/>
        <pc:sldMkLst>
          <pc:docMk/>
          <pc:sldMk cId="553956226"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corporate.publix.com/about-publix/company-overview/facts-figure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6D0EACD2-58A9-6B9A-25F2-EF947D03A502}"/>
            </a:ext>
          </a:extLst>
        </p:cNvPr>
        <p:cNvGrpSpPr/>
        <p:nvPr/>
      </p:nvGrpSpPr>
      <p:grpSpPr>
        <a:xfrm>
          <a:off x="0" y="0"/>
          <a:ext cx="0" cy="0"/>
          <a:chOff x="0" y="0"/>
          <a:chExt cx="0" cy="0"/>
        </a:xfrm>
      </p:grpSpPr>
      <p:sp>
        <p:nvSpPr>
          <p:cNvPr id="113" name="Google Shape;113;g53c7dea772_0_0:notes">
            <a:extLst>
              <a:ext uri="{FF2B5EF4-FFF2-40B4-BE49-F238E27FC236}">
                <a16:creationId xmlns:a16="http://schemas.microsoft.com/office/drawing/2014/main" id="{AE600A59-E377-57B9-EC24-E6D3282831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53c7dea772_0_0:notes">
            <a:extLst>
              <a:ext uri="{FF2B5EF4-FFF2-40B4-BE49-F238E27FC236}">
                <a16:creationId xmlns:a16="http://schemas.microsoft.com/office/drawing/2014/main" id="{50001426-1479-02AD-E519-54C4CBC941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highlight>
                  <a:srgbClr val="FFFFFF"/>
                </a:highlight>
              </a:rPr>
              <a:t>Tony: George W. Jenkins, A.K.A. Mr. George, founder of Publix Super Markets, had a small sign on his desk that read </a:t>
            </a:r>
            <a:r>
              <a:rPr lang="en-US" b="1">
                <a:highlight>
                  <a:srgbClr val="FFFFFF"/>
                </a:highlight>
              </a:rPr>
              <a:t>“Begin. The rest is easy”</a:t>
            </a:r>
            <a:r>
              <a:rPr lang="en-US">
                <a:highlight>
                  <a:srgbClr val="FFFFFF"/>
                </a:highlight>
              </a:rPr>
              <a:t>. This was more than a motivational phrase — it was a deliberate leadership practice designed to </a:t>
            </a:r>
            <a:r>
              <a:rPr lang="en-US" b="1">
                <a:highlight>
                  <a:srgbClr val="FFFFFF"/>
                </a:highlight>
              </a:rPr>
              <a:t>remove barriers to communication and action</a:t>
            </a:r>
            <a:r>
              <a:rPr lang="en-US">
                <a:highlight>
                  <a:srgbClr val="FFFFFF"/>
                </a:highlight>
              </a:rPr>
              <a:t>.</a:t>
            </a:r>
            <a:endParaRPr lang="en-US"/>
          </a:p>
          <a:p>
            <a:pPr>
              <a:buNone/>
            </a:pPr>
            <a:endParaRPr lang="en-US">
              <a:highlight>
                <a:srgbClr val="FFFFFF"/>
              </a:highlight>
            </a:endParaRPr>
          </a:p>
          <a:p>
            <a:pPr>
              <a:buNone/>
            </a:pPr>
            <a:r>
              <a:rPr lang="en-US" b="1">
                <a:highlight>
                  <a:srgbClr val="FFFFFF"/>
                </a:highlight>
              </a:rPr>
              <a:t>Core meaning:</a:t>
            </a:r>
            <a:br>
              <a:rPr lang="en-US" b="1">
                <a:highlight>
                  <a:srgbClr val="FFFFFF"/>
                </a:highlight>
              </a:rPr>
            </a:br>
            <a:r>
              <a:rPr lang="en-US" b="1">
                <a:highlight>
                  <a:srgbClr val="FFFFFF"/>
                </a:highlight>
              </a:rPr>
              <a:t>The phrase encourages people to start talking, starting working, or starting a process without overthinking or waiting for perfect conditions</a:t>
            </a:r>
            <a:r>
              <a:rPr lang="en-US">
                <a:highlight>
                  <a:srgbClr val="FFFFFF"/>
                </a:highlight>
              </a:rPr>
              <a:t>. Mr. George knew that when others came to him with problems or ideas, they might feel intimidated by meeting the head of a company. The sign was a visual reminder that </a:t>
            </a:r>
            <a:r>
              <a:rPr lang="en-US" b="1">
                <a:highlight>
                  <a:srgbClr val="FFFFFF"/>
                </a:highlight>
              </a:rPr>
              <a:t>you don’t need to be perfect or fully prepared before you begin</a:t>
            </a:r>
            <a:r>
              <a:rPr lang="en-US">
                <a:highlight>
                  <a:srgbClr val="FFFFFF"/>
                </a:highlight>
              </a:rPr>
              <a:t> — just start, and the rest will follow </a:t>
            </a:r>
            <a:endParaRPr lang="en-US"/>
          </a:p>
          <a:p>
            <a:pPr marL="0" lvl="0" indent="0" algn="l">
              <a:spcBef>
                <a:spcPts val="0"/>
              </a:spcBef>
              <a:spcAft>
                <a:spcPts val="0"/>
              </a:spcAft>
              <a:buNone/>
            </a:pPr>
            <a:endParaRPr lang="en-US"/>
          </a:p>
        </p:txBody>
      </p:sp>
    </p:spTree>
    <p:extLst>
      <p:ext uri="{BB962C8B-B14F-4D97-AF65-F5344CB8AC3E}">
        <p14:creationId xmlns:p14="http://schemas.microsoft.com/office/powerpoint/2010/main" val="2789382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36286D7B-93E1-8C37-252B-C0CB37ADEF61}"/>
            </a:ext>
          </a:extLst>
        </p:cNvPr>
        <p:cNvGrpSpPr/>
        <p:nvPr/>
      </p:nvGrpSpPr>
      <p:grpSpPr>
        <a:xfrm>
          <a:off x="0" y="0"/>
          <a:ext cx="0" cy="0"/>
          <a:chOff x="0" y="0"/>
          <a:chExt cx="0" cy="0"/>
        </a:xfrm>
      </p:grpSpPr>
      <p:sp>
        <p:nvSpPr>
          <p:cNvPr id="129" name="Google Shape;129;g53c7dea772_0_7:notes">
            <a:extLst>
              <a:ext uri="{FF2B5EF4-FFF2-40B4-BE49-F238E27FC236}">
                <a16:creationId xmlns:a16="http://schemas.microsoft.com/office/drawing/2014/main" id="{60D4B9CA-C021-0BD0-5185-1B9DD38086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53c7dea772_0_7:notes">
            <a:extLst>
              <a:ext uri="{FF2B5EF4-FFF2-40B4-BE49-F238E27FC236}">
                <a16:creationId xmlns:a16="http://schemas.microsoft.com/office/drawing/2014/main" id="{246A7FC1-640A-B950-7F41-CF67774020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[Publix Numbers]</a:t>
            </a:r>
          </a:p>
          <a:p>
            <a:pPr marL="171450" indent="-171450"/>
            <a:r>
              <a:rPr lang="en-US"/>
              <a:t>How many stores?  1434 (219 here in GA)</a:t>
            </a:r>
          </a:p>
          <a:p>
            <a:pPr marL="171450" indent="-171450"/>
            <a:r>
              <a:rPr lang="en-US"/>
              <a:t>How Many Employees?  260,000</a:t>
            </a:r>
          </a:p>
          <a:p>
            <a:pPr marL="171450" indent="-171450"/>
            <a:r>
              <a:rPr lang="en-US"/>
              <a:t>How Many in Publix Technology?  2300</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a:t>Employee Owned?  largest employee-owned company in the nation</a:t>
            </a:r>
          </a:p>
          <a:p>
            <a:pPr marL="0" indent="0">
              <a:buNone/>
            </a:pPr>
            <a:endParaRPr lang="en-US"/>
          </a:p>
          <a:p>
            <a:pPr marL="0" indent="0">
              <a:buNone/>
            </a:pPr>
            <a:r>
              <a:rPr lang="en-US"/>
              <a:t>[Technology]</a:t>
            </a:r>
          </a:p>
          <a:p>
            <a:pPr marL="171450" indent="-171450"/>
            <a:r>
              <a:rPr lang="en-US"/>
              <a:t>How many systems per store?  65</a:t>
            </a:r>
          </a:p>
          <a:p>
            <a:pPr marL="171450" indent="-171450"/>
            <a:r>
              <a:rPr lang="en-US"/>
              <a:t>Different types of systems? (Windows, Linux, Android, Kubernetes) - varying from hypervisors, </a:t>
            </a:r>
            <a:r>
              <a:rPr lang="en-US" err="1"/>
              <a:t>vms</a:t>
            </a:r>
            <a:r>
              <a:rPr lang="en-US"/>
              <a:t>, and containers to ATMs, scales, time clocks, and an assortment of POS systems</a:t>
            </a:r>
          </a:p>
          <a:p>
            <a:pPr marL="171450" indent="-171450"/>
            <a:r>
              <a:rPr lang="en-US"/>
              <a:t>This works out to ~ 90K systems in retail.</a:t>
            </a:r>
          </a:p>
          <a:p>
            <a:pPr marL="0" indent="0">
              <a:buNone/>
            </a:pPr>
            <a:endParaRPr lang="en-US"/>
          </a:p>
          <a:p>
            <a:pPr marL="0" indent="0">
              <a:buNone/>
            </a:pPr>
            <a:r>
              <a:rPr lang="en-US">
                <a:hlinkClick r:id="rId3"/>
              </a:rPr>
              <a:t>https://corporate.publix.com/about-publix/company-overview/facts-figures</a:t>
            </a:r>
            <a:endParaRPr lang="en-US"/>
          </a:p>
        </p:txBody>
      </p:sp>
    </p:spTree>
    <p:extLst>
      <p:ext uri="{BB962C8B-B14F-4D97-AF65-F5344CB8AC3E}">
        <p14:creationId xmlns:p14="http://schemas.microsoft.com/office/powerpoint/2010/main" val="2543406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solidFill>
                  <a:srgbClr val="1D0C35"/>
                </a:solidFill>
              </a:rPr>
              <a:t>Modernization had been success in the datacenter and corporate, we wanted to extend this to the store. </a:t>
            </a:r>
            <a:endParaRPr lang="en-US" dirty="0"/>
          </a:p>
          <a:p>
            <a:r>
              <a:rPr lang="en-US" dirty="0">
                <a:solidFill>
                  <a:srgbClr val="1D0C35"/>
                </a:solidFill>
              </a:rPr>
              <a:t>Enabling cloud native possibilities is the reason for the Retail modernization effort at Publix.</a:t>
            </a:r>
          </a:p>
          <a:p>
            <a:pPr lvl="1"/>
            <a:r>
              <a:rPr lang="en-US" dirty="0"/>
              <a:t>Reduced manual effort </a:t>
            </a:r>
            <a:endParaRPr lang="en-US" dirty="0">
              <a:solidFill>
                <a:srgbClr val="444444"/>
              </a:solidFill>
            </a:endParaRPr>
          </a:p>
          <a:p>
            <a:pPr lvl="2">
              <a:buFont typeface="Wingdings"/>
              <a:buChar char="§"/>
            </a:pPr>
            <a:r>
              <a:rPr lang="en-US" dirty="0"/>
              <a:t>Automation first thinking</a:t>
            </a:r>
            <a:endParaRPr lang="en-US" dirty="0">
              <a:solidFill>
                <a:srgbClr val="444444"/>
              </a:solidFill>
            </a:endParaRPr>
          </a:p>
          <a:p>
            <a:pPr lvl="2">
              <a:buFont typeface="Wingdings"/>
              <a:buChar char="§"/>
            </a:pPr>
            <a:r>
              <a:rPr lang="en-US" dirty="0"/>
              <a:t>DevOps Patterns</a:t>
            </a:r>
            <a:endParaRPr lang="en-US" dirty="0">
              <a:solidFill>
                <a:srgbClr val="444444"/>
              </a:solidFill>
            </a:endParaRPr>
          </a:p>
          <a:p>
            <a:pPr lvl="2">
              <a:buFont typeface="Wingdings"/>
              <a:buChar char="§"/>
            </a:pPr>
            <a:r>
              <a:rPr lang="en-US" dirty="0"/>
              <a:t>Modern artifact management</a:t>
            </a:r>
            <a:endParaRPr lang="en-US" dirty="0">
              <a:solidFill>
                <a:srgbClr val="444444"/>
              </a:solidFill>
            </a:endParaRPr>
          </a:p>
          <a:p>
            <a:pPr lvl="2">
              <a:buFont typeface="Wingdings"/>
              <a:buChar char="§"/>
            </a:pPr>
            <a:r>
              <a:rPr lang="en-US" dirty="0"/>
              <a:t>As code approach</a:t>
            </a:r>
            <a:endParaRPr lang="en-US" dirty="0">
              <a:solidFill>
                <a:srgbClr val="444444"/>
              </a:solidFill>
            </a:endParaRPr>
          </a:p>
          <a:p>
            <a:pPr lvl="1"/>
            <a:r>
              <a:rPr lang="en-US" dirty="0"/>
              <a:t>Faster execution  </a:t>
            </a:r>
            <a:endParaRPr lang="en-US" dirty="0">
              <a:solidFill>
                <a:srgbClr val="444444"/>
              </a:solidFill>
            </a:endParaRPr>
          </a:p>
          <a:p>
            <a:pPr lvl="1"/>
            <a:r>
              <a:rPr lang="en-US" dirty="0"/>
              <a:t>Improved accuracy, consistency, and reliability</a:t>
            </a:r>
            <a:endParaRPr lang="en-US" dirty="0">
              <a:solidFill>
                <a:srgbClr val="444444"/>
              </a:solidFill>
            </a:endParaRPr>
          </a:p>
          <a:p>
            <a:r>
              <a:rPr lang="en-US" dirty="0">
                <a:solidFill>
                  <a:srgbClr val="1D0C35"/>
                </a:solidFill>
              </a:rPr>
              <a:t>Kubernetes, containers, and microservices at the store was the answer, but how are we going to bootstrap, automate and orchestrate that? </a:t>
            </a:r>
          </a:p>
          <a:p>
            <a:pPr lvl="1"/>
            <a:r>
              <a:rPr lang="en-US" dirty="0">
                <a:solidFill>
                  <a:srgbClr val="1D0C35"/>
                </a:solidFill>
              </a:rPr>
              <a:t>In a way that aligned with modernization </a:t>
            </a:r>
            <a:endParaRPr lang="en-US" dirty="0"/>
          </a:p>
          <a:p>
            <a:pPr marL="158750" indent="0">
              <a:buNone/>
            </a:pPr>
            <a:endParaRPr lang="en-US" dirty="0"/>
          </a:p>
        </p:txBody>
      </p:sp>
    </p:spTree>
    <p:extLst>
      <p:ext uri="{BB962C8B-B14F-4D97-AF65-F5344CB8AC3E}">
        <p14:creationId xmlns:p14="http://schemas.microsoft.com/office/powerpoint/2010/main" val="850998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endParaRPr lang="en-US" dirty="0">
              <a:latin typeface="Calibri"/>
              <a:ea typeface="Calibri"/>
              <a:cs typeface="Calibri"/>
            </a:endParaRPr>
          </a:p>
          <a:p>
            <a:pPr marL="158750" indent="0" fontAlgn="t">
              <a:buNone/>
            </a:pPr>
            <a:r>
              <a:rPr lang="en-US" sz="1100" b="1" i="1" u="none" strike="noStrike" cap="none" dirty="0">
                <a:solidFill>
                  <a:srgbClr val="000000"/>
                </a:solidFill>
                <a:effectLst/>
                <a:latin typeface="Arial"/>
                <a:ea typeface="Arial"/>
                <a:cs typeface="Arial"/>
                <a:sym typeface="Arial"/>
              </a:rPr>
              <a:t>Why retail forced us to change</a:t>
            </a:r>
            <a:r>
              <a:rPr lang="en-US" sz="1100" b="1" i="0" u="none" strike="noStrike" cap="none" dirty="0">
                <a:solidFill>
                  <a:srgbClr val="000000"/>
                </a:solidFill>
                <a:effectLst/>
                <a:latin typeface="Arial"/>
                <a:ea typeface="Arial"/>
                <a:cs typeface="Arial"/>
                <a:sym typeface="Arial"/>
              </a:rPr>
              <a:t> (≈ 2 minutes)</a:t>
            </a:r>
          </a:p>
          <a:p>
            <a:pPr marL="158750" indent="0" fontAlgn="t">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Deployments were still largely </a:t>
            </a:r>
            <a:r>
              <a:rPr lang="en-US" sz="1100" b="1" i="0" u="none" strike="noStrike" cap="none" dirty="0">
                <a:solidFill>
                  <a:srgbClr val="000000"/>
                </a:solidFill>
                <a:effectLst/>
                <a:latin typeface="Arial"/>
                <a:ea typeface="Arial"/>
                <a:cs typeface="Arial"/>
                <a:sym typeface="Arial"/>
              </a:rPr>
              <a:t>manual, click-driven, and procedural</a:t>
            </a:r>
            <a:r>
              <a:rPr lang="en-US" sz="1100" b="0" i="0" u="none" strike="noStrike" cap="none" dirty="0">
                <a:solidFill>
                  <a:srgbClr val="000000"/>
                </a:solidFill>
                <a:effectLst/>
                <a:latin typeface="Arial"/>
                <a:ea typeface="Arial"/>
                <a:cs typeface="Arial"/>
                <a:sym typeface="Arial"/>
              </a:rPr>
              <a:t>. They weren’t code-first, they weren’t API-driven.</a:t>
            </a:r>
          </a:p>
          <a:p>
            <a:pPr marL="158750" indent="0" fontAlgn="t">
              <a:buNone/>
            </a:pPr>
            <a:r>
              <a:rPr lang="en-US" sz="1100" b="0" i="0" u="none" strike="noStrike" cap="none" dirty="0">
                <a:solidFill>
                  <a:srgbClr val="000000"/>
                </a:solidFill>
                <a:effectLst/>
                <a:latin typeface="Arial"/>
                <a:ea typeface="Arial"/>
                <a:cs typeface="Arial"/>
                <a:sym typeface="Arial"/>
              </a:rPr>
              <a:t>Most importantly — they were slow.”</a:t>
            </a:r>
          </a:p>
          <a:p>
            <a:pPr marL="158750" indent="0" fontAlgn="t">
              <a:buNone/>
            </a:pPr>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0" i="0" u="none" strike="noStrike" cap="none" dirty="0">
                <a:solidFill>
                  <a:srgbClr val="000000"/>
                </a:solidFill>
                <a:effectLst/>
                <a:latin typeface="Arial"/>
                <a:ea typeface="Arial"/>
                <a:cs typeface="Arial"/>
                <a:sym typeface="Arial"/>
              </a:rPr>
              <a:t>“And as the business accelerated, that gap just kept widening. Retail doesn’t slow down so IT can catch up.”</a:t>
            </a:r>
          </a:p>
          <a:p>
            <a:pPr marL="158750" indent="0" fontAlgn="t">
              <a:buNone/>
            </a:pPr>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0" i="0" u="none" strike="noStrike" cap="none" dirty="0">
                <a:solidFill>
                  <a:srgbClr val="000000"/>
                </a:solidFill>
                <a:effectLst/>
                <a:latin typeface="Arial"/>
                <a:ea typeface="Arial"/>
                <a:cs typeface="Arial"/>
                <a:sym typeface="Arial"/>
              </a:rPr>
              <a:t>“When we introduced </a:t>
            </a:r>
            <a:r>
              <a:rPr lang="en-US" sz="1100" b="1" i="0" u="none" strike="noStrike" cap="none" dirty="0">
                <a:solidFill>
                  <a:srgbClr val="000000"/>
                </a:solidFill>
                <a:effectLst/>
                <a:latin typeface="Arial"/>
                <a:ea typeface="Arial"/>
                <a:cs typeface="Arial"/>
                <a:sym typeface="Arial"/>
              </a:rPr>
              <a:t>Linux and Kubernetes into the stores</a:t>
            </a:r>
            <a:r>
              <a:rPr lang="en-US" sz="1100" b="0" i="0" u="none" strike="noStrike" cap="none" dirty="0">
                <a:solidFill>
                  <a:srgbClr val="000000"/>
                </a:solidFill>
                <a:effectLst/>
                <a:latin typeface="Arial"/>
                <a:ea typeface="Arial"/>
                <a:cs typeface="Arial"/>
                <a:sym typeface="Arial"/>
              </a:rPr>
              <a:t>, it forced us to rethink how.</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Our existing retail automation model simply couldn’t support that kind of platform at the edge.”</a:t>
            </a:r>
          </a:p>
          <a:p>
            <a:pPr marL="158750" indent="0" fontAlgn="t">
              <a:buNone/>
            </a:pPr>
            <a:endParaRPr lang="en-US" sz="1100" b="0" i="0" u="none" strike="noStrike" cap="none" dirty="0">
              <a:solidFill>
                <a:srgbClr val="000000"/>
              </a:solidFill>
              <a:effectLst/>
              <a:latin typeface="Arial"/>
              <a:ea typeface="Arial"/>
              <a:cs typeface="Arial"/>
              <a:sym typeface="Arial"/>
            </a:endParaRPr>
          </a:p>
          <a:p>
            <a:pPr marL="158750" indent="0" fontAlgn="t">
              <a:buNone/>
            </a:pPr>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1" i="1" u="none" strike="noStrike" cap="none" dirty="0">
                <a:solidFill>
                  <a:srgbClr val="000000"/>
                </a:solidFill>
                <a:effectLst/>
                <a:latin typeface="Arial"/>
                <a:ea typeface="Arial"/>
                <a:cs typeface="Arial"/>
                <a:sym typeface="Arial"/>
              </a:rPr>
              <a:t>How the platform evolved at the edge</a:t>
            </a:r>
            <a:r>
              <a:rPr lang="en-US" sz="1100" b="1" i="0" u="none" strike="noStrike" cap="none" dirty="0">
                <a:solidFill>
                  <a:srgbClr val="000000"/>
                </a:solidFill>
                <a:effectLst/>
                <a:latin typeface="Arial"/>
                <a:ea typeface="Arial"/>
                <a:cs typeface="Arial"/>
                <a:sym typeface="Arial"/>
              </a:rPr>
              <a:t> (≈ 2–3 minutes)</a:t>
            </a:r>
          </a:p>
          <a:p>
            <a:pPr marL="158750" indent="0" fontAlgn="t">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“We didn’t start by boiling the ocean. We leaned on what already worked for us in the data center and adapted it for retail.”</a:t>
            </a:r>
          </a:p>
          <a:p>
            <a:pPr marL="158750" indent="0" fontAlgn="t">
              <a:buNone/>
            </a:pPr>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0" i="0" u="none" strike="noStrike" cap="none" dirty="0">
                <a:solidFill>
                  <a:srgbClr val="000000"/>
                </a:solidFill>
                <a:effectLst/>
                <a:latin typeface="Arial"/>
                <a:ea typeface="Arial"/>
                <a:cs typeface="Arial"/>
                <a:sym typeface="Arial"/>
              </a:rPr>
              <a:t>“We fully automated everything </a:t>
            </a:r>
            <a:r>
              <a:rPr lang="en-US" sz="1100" b="1" i="0" u="none" strike="noStrike" cap="none" dirty="0">
                <a:solidFill>
                  <a:srgbClr val="000000"/>
                </a:solidFill>
                <a:effectLst/>
                <a:latin typeface="Arial"/>
                <a:ea typeface="Arial"/>
                <a:cs typeface="Arial"/>
                <a:sym typeface="Arial"/>
              </a:rPr>
              <a:t>in the lab first</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Then we took it into </a:t>
            </a:r>
            <a:r>
              <a:rPr lang="en-US" sz="1100" b="1" i="0" u="none" strike="noStrike" cap="none" dirty="0">
                <a:solidFill>
                  <a:srgbClr val="000000"/>
                </a:solidFill>
                <a:effectLst/>
                <a:latin typeface="Arial"/>
                <a:ea typeface="Arial"/>
                <a:cs typeface="Arial"/>
                <a:sym typeface="Arial"/>
              </a:rPr>
              <a:t>pilot stores</a:t>
            </a:r>
            <a:r>
              <a:rPr lang="en-US" sz="1100" b="0" i="0" u="none" strike="noStrike" cap="none" dirty="0">
                <a:solidFill>
                  <a:srgbClr val="000000"/>
                </a:solidFill>
                <a:effectLst/>
                <a:latin typeface="Arial"/>
                <a:ea typeface="Arial"/>
                <a:cs typeface="Arial"/>
                <a:sym typeface="Arial"/>
              </a:rPr>
              <a:t> and validated it under real conditions — bad networks, limited hardware, and real operational pressure.”</a:t>
            </a:r>
          </a:p>
          <a:p>
            <a:pPr marL="158750" indent="0" fontAlgn="t">
              <a:buNone/>
            </a:pPr>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0" i="0" u="none" strike="noStrike" cap="none" dirty="0">
                <a:solidFill>
                  <a:srgbClr val="000000"/>
                </a:solidFill>
                <a:effectLst/>
                <a:latin typeface="Arial"/>
                <a:ea typeface="Arial"/>
                <a:cs typeface="Arial"/>
                <a:sym typeface="Arial"/>
              </a:rPr>
              <a:t>“That’s where </a:t>
            </a:r>
            <a:r>
              <a:rPr lang="en-US" sz="1100" b="1" i="0" u="none" strike="noStrike" cap="none" dirty="0">
                <a:solidFill>
                  <a:srgbClr val="000000"/>
                </a:solidFill>
                <a:effectLst/>
                <a:latin typeface="Arial"/>
                <a:ea typeface="Arial"/>
                <a:cs typeface="Arial"/>
                <a:sym typeface="Arial"/>
              </a:rPr>
              <a:t>Ansible became critical</a:t>
            </a:r>
            <a:r>
              <a:rPr lang="en-US" sz="1100" b="0" i="0" u="none" strike="noStrike" cap="none" dirty="0">
                <a:solidFill>
                  <a:srgbClr val="000000"/>
                </a:solidFill>
                <a:effectLst/>
                <a:latin typeface="Arial"/>
                <a:ea typeface="Arial"/>
                <a:cs typeface="Arial"/>
                <a:sym typeface="Arial"/>
              </a:rPr>
              <a:t>. We used it to deploy </a:t>
            </a:r>
            <a:r>
              <a:rPr lang="en-US" sz="1100" b="1" i="0" u="none" strike="noStrike" cap="none" dirty="0">
                <a:solidFill>
                  <a:srgbClr val="000000"/>
                </a:solidFill>
                <a:effectLst/>
                <a:latin typeface="Arial"/>
                <a:ea typeface="Arial"/>
                <a:cs typeface="Arial"/>
                <a:sym typeface="Arial"/>
              </a:rPr>
              <a:t>K3s Kubernetes clusters directly into the stores</a:t>
            </a:r>
            <a:r>
              <a:rPr lang="en-US" sz="1100" b="0" i="0" u="none" strike="noStrike" cap="none" dirty="0">
                <a:solidFill>
                  <a:srgbClr val="000000"/>
                </a:solidFill>
                <a:effectLst/>
                <a:latin typeface="Arial"/>
                <a:ea typeface="Arial"/>
                <a:cs typeface="Arial"/>
                <a:sym typeface="Arial"/>
              </a:rPr>
              <a:t>, treating each store as a small, autonomous platform.”</a:t>
            </a:r>
          </a:p>
          <a:p>
            <a:pPr marL="158750" indent="0" fontAlgn="t">
              <a:buNone/>
            </a:pPr>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0" i="0" u="none" strike="noStrike" cap="none" dirty="0">
                <a:solidFill>
                  <a:srgbClr val="000000"/>
                </a:solidFill>
                <a:effectLst/>
                <a:latin typeface="Arial"/>
                <a:ea typeface="Arial"/>
                <a:cs typeface="Arial"/>
                <a:sym typeface="Arial"/>
              </a:rPr>
              <a:t>“Over time, that matured — from mass single-node clusters to three-node clusters as hardware cycles caught up. That evolution took years, not months. But automation made it repeatable and survivable.”</a:t>
            </a:r>
          </a:p>
          <a:p>
            <a:pPr marL="158750" indent="0" fontAlgn="t">
              <a:buNone/>
            </a:pPr>
            <a:endParaRPr lang="en-US" sz="1100" b="1" i="0" u="none" strike="noStrike" cap="none" dirty="0">
              <a:solidFill>
                <a:srgbClr val="000000"/>
              </a:solidFill>
              <a:effectLst/>
              <a:latin typeface="Arial"/>
              <a:ea typeface="Arial"/>
              <a:cs typeface="Arial"/>
              <a:sym typeface="Arial"/>
            </a:endParaRPr>
          </a:p>
          <a:p>
            <a:pPr marL="158750" indent="0" fontAlgn="t">
              <a:buNone/>
            </a:pPr>
            <a:r>
              <a:rPr lang="en-US" sz="1100" b="1" i="0" u="none" strike="noStrike" cap="none" dirty="0">
                <a:solidFill>
                  <a:srgbClr val="000000"/>
                </a:solidFill>
                <a:effectLst/>
                <a:latin typeface="Arial"/>
                <a:ea typeface="Arial"/>
                <a:cs typeface="Arial"/>
                <a:sym typeface="Arial"/>
              </a:rPr>
              <a:t>(handing off ??):</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“And once the platform stabilized… that’s where things really changed.”</a:t>
            </a:r>
          </a:p>
          <a:p>
            <a:pPr marL="158750" indent="0" fontAlgn="t">
              <a:buNone/>
            </a:pPr>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1" i="1" u="none" strike="noStrike" cap="none" dirty="0">
                <a:solidFill>
                  <a:srgbClr val="000000"/>
                </a:solidFill>
                <a:effectLst/>
                <a:latin typeface="Arial"/>
                <a:ea typeface="Arial"/>
                <a:cs typeface="Arial"/>
                <a:sym typeface="Arial"/>
              </a:rPr>
              <a:t>What changed when apps could finally move fast</a:t>
            </a:r>
            <a:r>
              <a:rPr lang="en-US" sz="1100" b="1" i="0" u="none" strike="noStrike" cap="none" dirty="0">
                <a:solidFill>
                  <a:srgbClr val="000000"/>
                </a:solidFill>
                <a:effectLst/>
                <a:latin typeface="Arial"/>
                <a:ea typeface="Arial"/>
                <a:cs typeface="Arial"/>
                <a:sym typeface="Arial"/>
              </a:rPr>
              <a:t> (≈ 2–3 minutes)</a:t>
            </a:r>
          </a:p>
          <a:p>
            <a:pPr marL="158750" indent="0" fontAlgn="t">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“That stable platform created opportunity.”</a:t>
            </a:r>
          </a:p>
          <a:p>
            <a:pPr marL="158750" indent="0" fontAlgn="t">
              <a:buNone/>
            </a:pPr>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0" i="0" u="none" strike="noStrike" cap="none" dirty="0">
                <a:solidFill>
                  <a:srgbClr val="000000"/>
                </a:solidFill>
                <a:effectLst/>
                <a:latin typeface="Arial"/>
                <a:ea typeface="Arial"/>
                <a:cs typeface="Arial"/>
                <a:sym typeface="Arial"/>
              </a:rPr>
              <a:t>“Application teams weren’t bound to </a:t>
            </a:r>
            <a:r>
              <a:rPr lang="en-US" sz="1100" b="1" i="0" u="none" strike="noStrike" cap="none" dirty="0">
                <a:solidFill>
                  <a:srgbClr val="000000"/>
                </a:solidFill>
                <a:effectLst/>
                <a:latin typeface="Arial"/>
                <a:ea typeface="Arial"/>
                <a:cs typeface="Arial"/>
                <a:sym typeface="Arial"/>
              </a:rPr>
              <a:t>vendor release cycles or manual deployment gates</a:t>
            </a:r>
            <a:r>
              <a:rPr lang="en-US" sz="1100" b="0" i="0" u="none" strike="noStrike" cap="none" dirty="0">
                <a:solidFill>
                  <a:srgbClr val="000000"/>
                </a:solidFill>
                <a:effectLst/>
                <a:latin typeface="Arial"/>
                <a:ea typeface="Arial"/>
                <a:cs typeface="Arial"/>
                <a:sym typeface="Arial"/>
              </a:rPr>
              <a:t>. We could evaluate modern application delivery in a way that matched how the business wanted to move.”</a:t>
            </a:r>
          </a:p>
          <a:p>
            <a:pPr marL="158750" indent="0" fontAlgn="t">
              <a:buNone/>
            </a:pPr>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0" i="0" u="none" strike="noStrike" cap="none" dirty="0">
                <a:solidFill>
                  <a:srgbClr val="000000"/>
                </a:solidFill>
                <a:effectLst/>
                <a:latin typeface="Arial"/>
                <a:ea typeface="Arial"/>
                <a:cs typeface="Arial"/>
                <a:sym typeface="Arial"/>
              </a:rPr>
              <a:t>“We leaned into </a:t>
            </a:r>
            <a:r>
              <a:rPr lang="en-US" sz="1100" b="1" i="0" u="none" strike="noStrike" cap="none" dirty="0">
                <a:solidFill>
                  <a:srgbClr val="000000"/>
                </a:solidFill>
                <a:effectLst/>
                <a:latin typeface="Arial"/>
                <a:ea typeface="Arial"/>
                <a:cs typeface="Arial"/>
                <a:sym typeface="Arial"/>
              </a:rPr>
              <a:t>self-service automation</a:t>
            </a:r>
            <a:r>
              <a:rPr lang="en-US" sz="1100" b="0" i="0" u="none" strike="noStrike" cap="none" dirty="0">
                <a:solidFill>
                  <a:srgbClr val="000000"/>
                </a:solidFill>
                <a:effectLst/>
                <a:latin typeface="Arial"/>
                <a:ea typeface="Arial"/>
                <a:cs typeface="Arial"/>
                <a:sym typeface="Arial"/>
              </a:rPr>
              <a:t>. Using Ansible playbooks and shared automation resources, application teams could own how their software moved into stores — safely, consistently, and at their pace.”</a:t>
            </a:r>
          </a:p>
          <a:p>
            <a:pPr marL="158750" indent="0" fontAlgn="t">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“App teams moved faster.</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Platform teams added new capabilities without breaking consumers.</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And the business stopped waiting on release windows.”</a:t>
            </a:r>
          </a:p>
          <a:p>
            <a:pPr marL="158750" indent="0" fontAlgn="t">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“Five years in, this isn’t just a modernization project — this is how we are operating.”</a:t>
            </a:r>
          </a:p>
          <a:p>
            <a:pPr marL="158750" indent="0" fontAlgn="t">
              <a:buNone/>
            </a:pPr>
            <a:endParaRPr lang="en-US" sz="1100" b="1" i="0" u="none" strike="noStrike" cap="none" dirty="0">
              <a:solidFill>
                <a:srgbClr val="000000"/>
              </a:solidFill>
              <a:effectLst/>
              <a:latin typeface="Arial"/>
              <a:ea typeface="Arial"/>
              <a:cs typeface="Arial"/>
              <a:sym typeface="Arial"/>
            </a:endParaRPr>
          </a:p>
          <a:p>
            <a:pPr marL="158750" indent="0" fontAlgn="t">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“Automation is what lets platform and applications evolve independently — without losing reliability, control, or scale.”</a:t>
            </a:r>
          </a:p>
          <a:p>
            <a:pPr marL="158750" indent="0" fontAlgn="t">
              <a:buNone/>
            </a:pPr>
            <a:endParaRPr lang="en-US" sz="1100" b="0" i="0" u="none" strike="noStrike" cap="none" dirty="0">
              <a:solidFill>
                <a:srgbClr val="000000"/>
              </a:solidFill>
              <a:effectLst/>
              <a:latin typeface="Arial"/>
              <a:ea typeface="Arial"/>
              <a:cs typeface="Arial"/>
              <a:sym typeface="Arial"/>
            </a:endParaRPr>
          </a:p>
          <a:p>
            <a:pPr marL="158750" indent="0" fontAlgn="t">
              <a:buNone/>
            </a:pPr>
            <a:endParaRPr lang="en-US" sz="1100" b="0" i="0" u="none" strike="noStrike" cap="none" dirty="0">
              <a:solidFill>
                <a:srgbClr val="000000"/>
              </a:solidFill>
              <a:effectLst/>
              <a:latin typeface="Arial"/>
              <a:ea typeface="Arial"/>
              <a:cs typeface="Arial"/>
              <a:sym typeface="Arial"/>
            </a:endParaRPr>
          </a:p>
          <a:p>
            <a:pPr>
              <a:buNone/>
            </a:pPr>
            <a:r>
              <a:rPr lang="en-US" dirty="0">
                <a:latin typeface="Calibri"/>
                <a:ea typeface="Calibri"/>
                <a:cs typeface="Calibri"/>
              </a:rPr>
              <a:t>Gary </a:t>
            </a:r>
            <a:r>
              <a:rPr lang="en-US" dirty="0"/>
              <a:t>– </a:t>
            </a:r>
            <a:r>
              <a:rPr lang="en-US" dirty="0">
                <a:latin typeface="Calibri"/>
                <a:ea typeface="Calibri"/>
                <a:cs typeface="Calibri"/>
              </a:rPr>
              <a:t>Started by deploying K3s clusters to the stores using Ansible.  </a:t>
            </a:r>
            <a:endParaRPr lang="en-US" dirty="0"/>
          </a:p>
          <a:p>
            <a:pPr>
              <a:buNone/>
            </a:pPr>
            <a:endParaRPr lang="en-US" dirty="0">
              <a:latin typeface="Calibri"/>
              <a:ea typeface="Calibri"/>
              <a:cs typeface="Calibri"/>
            </a:endParaRPr>
          </a:p>
          <a:p>
            <a:pPr>
              <a:buNone/>
            </a:pPr>
            <a:r>
              <a:rPr lang="en-US" dirty="0">
                <a:latin typeface="Calibri"/>
                <a:ea typeface="Calibri"/>
                <a:cs typeface="Calibri"/>
              </a:rPr>
              <a:t>Tony – Opportunity!  Started working with app teams internally developing the core Retail applications evaluating modern deployment possibilities that were no longer dependent on vendor release timelines.</a:t>
            </a:r>
          </a:p>
          <a:p>
            <a:pPr marL="800100" lvl="1" indent="-171450">
              <a:buFont typeface="Courier New,monospace"/>
              <a:buChar char="o"/>
            </a:pPr>
            <a:r>
              <a:rPr lang="en-US" dirty="0"/>
              <a:t>Agility creating a space for rapid software development driving the need for platforms to keep up!</a:t>
            </a:r>
            <a:endParaRPr lang="en-US" dirty="0">
              <a:solidFill>
                <a:srgbClr val="444444"/>
              </a:solidFill>
            </a:endParaRPr>
          </a:p>
          <a:p>
            <a:pPr marL="800100" lvl="1" indent="-171450">
              <a:buFont typeface="Courier New,monospace"/>
              <a:buChar char="o"/>
            </a:pPr>
            <a:r>
              <a:rPr lang="en-US" dirty="0"/>
              <a:t>Enabled and really impowered and application teams by providing a self-service release mechanism leveraging playbooks and ansible resources that they develop and own.</a:t>
            </a:r>
            <a:endParaRPr lang="en-US" dirty="0">
              <a:solidFill>
                <a:srgbClr val="444444"/>
              </a:solidFill>
            </a:endParaRPr>
          </a:p>
          <a:p>
            <a:pPr marL="1085850" lvl="1" indent="-171450">
              <a:buFont typeface="Courier New,monospace"/>
              <a:buChar char="o"/>
            </a:pPr>
            <a:r>
              <a:rPr lang="en-US" dirty="0"/>
              <a:t>Provides space for engineering teams that own the platform to introduce new capabilities and features for application teams to consume</a:t>
            </a:r>
          </a:p>
          <a:p>
            <a:pPr>
              <a:buNone/>
            </a:pPr>
            <a:endParaRPr lang="en-US" dirty="0">
              <a:latin typeface="Calibri"/>
              <a:ea typeface="Calibri"/>
              <a:cs typeface="Calibri"/>
            </a:endParaRPr>
          </a:p>
          <a:p>
            <a:pPr>
              <a:buNone/>
            </a:pPr>
            <a:r>
              <a:rPr lang="en-US" dirty="0">
                <a:latin typeface="Calibri"/>
                <a:ea typeface="Calibri"/>
                <a:cs typeface="Calibri"/>
              </a:rPr>
              <a:t>Retail Support Utility – custom frontend integrated with Ansible to providing a centralized interface for operational users to support the Retail environment.  </a:t>
            </a:r>
          </a:p>
          <a:p>
            <a:pPr>
              <a:buNone/>
            </a:pPr>
            <a:endParaRPr lang="en-US" dirty="0">
              <a:latin typeface="Calibri"/>
              <a:ea typeface="Calibri"/>
              <a:cs typeface="Calibri"/>
            </a:endParaRPr>
          </a:p>
          <a:p>
            <a:pPr>
              <a:buNone/>
            </a:pPr>
            <a:endParaRPr lang="en-US" dirty="0">
              <a:latin typeface="Calibri"/>
              <a:ea typeface="Calibri"/>
              <a:cs typeface="Calibri"/>
            </a:endParaRPr>
          </a:p>
          <a:p>
            <a:pPr>
              <a:buNone/>
            </a:pPr>
            <a:endParaRPr lang="en-US" dirty="0">
              <a:solidFill>
                <a:srgbClr val="444444"/>
              </a:solidFill>
            </a:endParaRPr>
          </a:p>
        </p:txBody>
      </p:sp>
    </p:spTree>
    <p:extLst>
      <p:ext uri="{BB962C8B-B14F-4D97-AF65-F5344CB8AC3E}">
        <p14:creationId xmlns:p14="http://schemas.microsoft.com/office/powerpoint/2010/main" val="980428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a:p>
          <a:p>
            <a:pPr>
              <a:buChar char="•"/>
            </a:pPr>
            <a:r>
              <a:rPr lang="en-US"/>
              <a:t>Single node deployment, hardening and configuration using Ansible callbacks</a:t>
            </a:r>
            <a:endParaRPr lang="en-US">
              <a:solidFill>
                <a:srgbClr val="444444"/>
              </a:solidFill>
            </a:endParaRPr>
          </a:p>
          <a:p>
            <a:pPr>
              <a:buChar char="•"/>
            </a:pPr>
            <a:r>
              <a:rPr lang="en-US"/>
              <a:t>K3s cluster deployment and core services orchestrated with Ansible workflows</a:t>
            </a:r>
            <a:endParaRPr lang="en-US">
              <a:solidFill>
                <a:srgbClr val="444444"/>
              </a:solidFill>
            </a:endParaRPr>
          </a:p>
          <a:p>
            <a:pPr>
              <a:buChar char="•"/>
            </a:pPr>
            <a:r>
              <a:rPr lang="en-US"/>
              <a:t>Application services deployment to K3s orchestrated with Ansible workflows</a:t>
            </a:r>
            <a:endParaRPr lang="en-US">
              <a:solidFill>
                <a:srgbClr val="444444"/>
              </a:solidFill>
            </a:endParaRPr>
          </a:p>
          <a:p>
            <a:pPr lvl="1">
              <a:buFont typeface="Courier New"/>
              <a:buChar char="o"/>
            </a:pPr>
            <a:r>
              <a:rPr lang="en-US"/>
              <a:t>Automated testing and validation throughout the workflow – outcomes back to DevOps for visibility and trending</a:t>
            </a:r>
            <a:endParaRPr lang="en-US">
              <a:solidFill>
                <a:srgbClr val="444444"/>
              </a:solidFill>
            </a:endParaRPr>
          </a:p>
          <a:p>
            <a:pPr lvl="1">
              <a:buFont typeface="Courier New"/>
              <a:buChar char="o"/>
            </a:pPr>
            <a:r>
              <a:rPr lang="en-US"/>
              <a:t>Daily OS hardening – keeping the platform secure – preventing configuration drift</a:t>
            </a:r>
            <a:endParaRPr lang="en-US">
              <a:solidFill>
                <a:srgbClr val="444444"/>
              </a:solidFill>
            </a:endParaRPr>
          </a:p>
          <a:p>
            <a:pPr lvl="1">
              <a:buFont typeface="Courier New"/>
              <a:buChar char="o"/>
            </a:pPr>
            <a:r>
              <a:rPr lang="en-US"/>
              <a:t>Daily cluster validation – ensuring stability for application services running in our stores</a:t>
            </a:r>
            <a:endParaRPr lang="en-US">
              <a:solidFill>
                <a:srgbClr val="444444"/>
              </a:solidFill>
            </a:endParaRPr>
          </a:p>
          <a:p>
            <a:pPr>
              <a:buFont typeface="Arial,Sans-Serif"/>
              <a:buChar char="•"/>
            </a:pPr>
            <a:r>
              <a:rPr lang="en-US"/>
              <a:t>AAP has also enabled the Kubernetes engineering team the ability to seamlessly deploy two additional nodes to the stores and expand the cluster to improve platform resiliency for core services and application services that support HA</a:t>
            </a:r>
          </a:p>
          <a:p>
            <a:pPr marL="158750" indent="0">
              <a:buNone/>
            </a:pPr>
            <a:r>
              <a:rPr lang="en-US"/>
              <a:t>[Next]</a:t>
            </a:r>
          </a:p>
          <a:p>
            <a:pPr marL="158750" indent="0">
              <a:buNone/>
            </a:pPr>
            <a:r>
              <a:rPr lang="en-US"/>
              <a:t>Improved governance by incorporating </a:t>
            </a:r>
            <a:r>
              <a:rPr lang="en-US" err="1"/>
              <a:t>GitOps</a:t>
            </a:r>
            <a:r>
              <a:rPr lang="en-US"/>
              <a:t> around an everything as code model.  </a:t>
            </a:r>
            <a:endParaRPr lang="en-US">
              <a:solidFill>
                <a:srgbClr val="444444"/>
              </a:solidFill>
            </a:endParaRPr>
          </a:p>
          <a:p>
            <a:pPr marL="158750" indent="0">
              <a:buNone/>
            </a:pPr>
            <a:r>
              <a:rPr lang="en-US"/>
              <a:t>Using build pipelines to ensure all Ansible code is PR protected, validated, and scanned.</a:t>
            </a:r>
          </a:p>
          <a:p>
            <a:pPr>
              <a:buNone/>
            </a:pPr>
            <a:endParaRPr lang="en-US"/>
          </a:p>
        </p:txBody>
      </p:sp>
    </p:spTree>
    <p:extLst>
      <p:ext uri="{BB962C8B-B14F-4D97-AF65-F5344CB8AC3E}">
        <p14:creationId xmlns:p14="http://schemas.microsoft.com/office/powerpoint/2010/main" val="2582688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**Continuous? What does that mean?</a:t>
            </a:r>
            <a:endParaRPr lang="en-US" dirty="0">
              <a:solidFill>
                <a:srgbClr val="444444"/>
              </a:solidFill>
            </a:endParaRPr>
          </a:p>
          <a:p>
            <a:pPr marL="1085850" lvl="1" indent="-171450">
              <a:buFont typeface="Courier New,monospace"/>
              <a:buChar char="o"/>
            </a:pPr>
            <a:r>
              <a:rPr lang="en-US" dirty="0"/>
              <a:t>Automatic deployments to development / testing environments</a:t>
            </a:r>
            <a:endParaRPr lang="en-US" dirty="0">
              <a:solidFill>
                <a:srgbClr val="444444"/>
              </a:solidFill>
            </a:endParaRPr>
          </a:p>
          <a:p>
            <a:pPr marL="1085850" lvl="1" indent="-171450">
              <a:buFont typeface="Courier New,monospace"/>
              <a:buChar char="o"/>
            </a:pPr>
            <a:r>
              <a:rPr lang="en-US" dirty="0"/>
              <a:t>Software is deployed as soon as the PR is approved, the code is merged, and validated </a:t>
            </a:r>
            <a:endParaRPr lang="en-US" dirty="0">
              <a:solidFill>
                <a:srgbClr val="444444"/>
              </a:solidFill>
            </a:endParaRPr>
          </a:p>
          <a:p>
            <a:pPr marL="1085850" lvl="1" indent="-171450">
              <a:buFont typeface="Courier New,monospace"/>
              <a:buChar char="o"/>
            </a:pPr>
            <a:r>
              <a:rPr lang="en-US" dirty="0"/>
              <a:t>Publix enabled this capability by integrating Ansible automation with pipelines triggers in </a:t>
            </a:r>
            <a:r>
              <a:rPr lang="en-US" dirty="0" err="1"/>
              <a:t>devops</a:t>
            </a:r>
            <a:r>
              <a:rPr lang="en-US" dirty="0"/>
              <a:t> based on certain criteria </a:t>
            </a:r>
            <a:endParaRPr lang="en-US" dirty="0">
              <a:solidFill>
                <a:srgbClr val="444444"/>
              </a:solidFill>
            </a:endParaRPr>
          </a:p>
          <a:p>
            <a:pPr marL="1085850" lvl="1" indent="-171450">
              <a:buFont typeface="Courier New,monospace"/>
              <a:buChar char="o"/>
            </a:pPr>
            <a:r>
              <a:rPr lang="en-US" dirty="0"/>
              <a:t>This bleeding edge approach, provides an environment for the target audience to immediately evaluate new features and provide instant feedback to development teams</a:t>
            </a:r>
            <a:endParaRPr lang="en-US" dirty="0">
              <a:solidFill>
                <a:srgbClr val="444444"/>
              </a:solidFill>
            </a:endParaRPr>
          </a:p>
          <a:p>
            <a:pPr marL="0" indent="0">
              <a:buNone/>
            </a:pPr>
            <a:r>
              <a:rPr lang="en-US" dirty="0">
                <a:solidFill>
                  <a:srgbClr val="444444"/>
                </a:solidFill>
              </a:rPr>
              <a:t>Self-service (continuous, but gated to ensure teams responsible for ensuring stability in Retail have reviewed and approved releases)</a:t>
            </a:r>
          </a:p>
          <a:p>
            <a:pPr marL="1085850" lvl="1" indent="-171450">
              <a:buFont typeface="Courier New,monospace"/>
              <a:buChar char="o"/>
            </a:pPr>
            <a:r>
              <a:rPr lang="en-US" dirty="0"/>
              <a:t>Gated self-service releases to certification environments for more rigorous testing</a:t>
            </a:r>
            <a:endParaRPr lang="en-US" dirty="0">
              <a:solidFill>
                <a:srgbClr val="444444"/>
              </a:solidFill>
            </a:endParaRPr>
          </a:p>
          <a:p>
            <a:pPr marL="1085850" lvl="1" indent="-171450">
              <a:buFont typeface="Courier New,monospace"/>
              <a:buChar char="o"/>
            </a:pPr>
            <a:r>
              <a:rPr lang="en-US" dirty="0"/>
              <a:t>Gated self-service PRD releases to stores </a:t>
            </a:r>
            <a:endParaRPr lang="en-US" dirty="0">
              <a:solidFill>
                <a:srgbClr val="444444"/>
              </a:solidFill>
            </a:endParaRPr>
          </a:p>
          <a:p>
            <a:pPr marL="1085850" lvl="1" indent="-171450">
              <a:buFont typeface="Courier New,monospace"/>
              <a:buChar char="o"/>
            </a:pPr>
            <a:r>
              <a:rPr lang="en-US" dirty="0"/>
              <a:t>(schedule related dependency checks, change management validation, and manager approvals)</a:t>
            </a:r>
            <a:endParaRPr lang="en-US" dirty="0">
              <a:solidFill>
                <a:srgbClr val="444444"/>
              </a:solidFill>
            </a:endParaRPr>
          </a:p>
          <a:p>
            <a:pPr marL="0" indent="0">
              <a:buNone/>
            </a:pPr>
            <a:r>
              <a:rPr lang="en-US" dirty="0"/>
              <a:t>The K8s team at Publix has done an incredible job standing up a stable feature rich platform for application teams to consume and release software and teams are taking advantage of these modern capabilities.</a:t>
            </a:r>
            <a:endParaRPr lang="en-US" dirty="0">
              <a:solidFill>
                <a:srgbClr val="444444"/>
              </a:solidFill>
            </a:endParaRPr>
          </a:p>
          <a:p>
            <a:pPr marL="1085850" lvl="1" indent="-171450">
              <a:buFont typeface="Courier New,monospace"/>
              <a:buChar char="o"/>
            </a:pPr>
            <a:r>
              <a:rPr lang="en-US" dirty="0" err="1"/>
              <a:t>Devops</a:t>
            </a:r>
            <a:r>
              <a:rPr lang="en-US" dirty="0"/>
              <a:t> pipelines, triggering Ansible automation integrated with </a:t>
            </a:r>
            <a:r>
              <a:rPr lang="en-US" dirty="0" err="1"/>
              <a:t>ArgoCD</a:t>
            </a:r>
            <a:r>
              <a:rPr lang="en-US" dirty="0"/>
              <a:t> to sync new releases to Kubernetes in the stores as well as validate that services are running and healthy</a:t>
            </a:r>
            <a:endParaRPr lang="en-US" dirty="0">
              <a:solidFill>
                <a:srgbClr val="444444"/>
              </a:solidFill>
            </a:endParaRPr>
          </a:p>
          <a:p>
            <a:pPr marL="0" indent="0">
              <a:buNone/>
            </a:pPr>
            <a:r>
              <a:rPr lang="en-US" dirty="0"/>
              <a:t>But what about windows? We now have an image registry in the stores, why not leverage that to distribute code to the stores just like we do for container workloads.</a:t>
            </a:r>
            <a:endParaRPr lang="en-US" dirty="0">
              <a:solidFill>
                <a:srgbClr val="444444"/>
              </a:solidFill>
            </a:endParaRPr>
          </a:p>
          <a:p>
            <a:pPr marL="1085850" lvl="1" indent="-171450">
              <a:buFont typeface="Courier New,monospace"/>
              <a:buChar char="o"/>
            </a:pPr>
            <a:r>
              <a:rPr lang="en-US" dirty="0"/>
              <a:t>To bring the continuous release capabilities and alignment with cloud native releases, Publix delivers code targeting windows in OCI Artifacts.</a:t>
            </a:r>
            <a:endParaRPr lang="en-US" dirty="0">
              <a:solidFill>
                <a:srgbClr val="444444"/>
              </a:solidFill>
            </a:endParaRPr>
          </a:p>
          <a:p>
            <a:pPr marL="1085850" lvl="1" indent="-171450">
              <a:buFont typeface="Courier New,monospace"/>
              <a:buChar char="o"/>
            </a:pPr>
            <a:r>
              <a:rPr lang="en-US" dirty="0"/>
              <a:t>Various app package types are added to non-runnable container images, tagged and published to our enterprise repository and mirrored to the store image registry. Ansible automation platform job templates and workflows take over from there by retrieving the OCI Artifact, unpacking it, and then orchestrating the installation and validation of the release.</a:t>
            </a:r>
            <a:endParaRPr lang="en-US" dirty="0">
              <a:solidFill>
                <a:srgbClr val="444444"/>
              </a:solidFill>
            </a:endParaRPr>
          </a:p>
          <a:p>
            <a:pPr marL="0" indent="0">
              <a:buNone/>
            </a:pPr>
            <a:r>
              <a:rPr lang="en-US" dirty="0"/>
              <a:t>This mechanism simplifies the release process for Publix application teams targeting multiple platforms by aligning the artifact and release mechanism used for deployments.</a:t>
            </a:r>
            <a:endParaRPr lang="en-US" dirty="0">
              <a:solidFill>
                <a:srgbClr val="444444"/>
              </a:solidFill>
            </a:endParaRPr>
          </a:p>
        </p:txBody>
      </p:sp>
    </p:spTree>
    <p:extLst>
      <p:ext uri="{BB962C8B-B14F-4D97-AF65-F5344CB8AC3E}">
        <p14:creationId xmlns:p14="http://schemas.microsoft.com/office/powerpoint/2010/main" val="2547525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endParaRPr lang="en-US">
              <a:latin typeface="Calibri"/>
              <a:ea typeface="Calibri"/>
              <a:cs typeface="Calibri"/>
            </a:endParaRPr>
          </a:p>
        </p:txBody>
      </p:sp>
    </p:spTree>
    <p:extLst>
      <p:ext uri="{BB962C8B-B14F-4D97-AF65-F5344CB8AC3E}">
        <p14:creationId xmlns:p14="http://schemas.microsoft.com/office/powerpoint/2010/main" val="11570272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latin typeface="Calibri"/>
                <a:ea typeface="Calibri"/>
                <a:cs typeface="Calibri"/>
              </a:rPr>
              <a:t>*</a:t>
            </a:r>
            <a:r>
              <a:rPr lang="en-US" err="1">
                <a:latin typeface="Calibri"/>
                <a:ea typeface="Calibri"/>
                <a:cs typeface="Calibri"/>
              </a:rPr>
              <a:t>ccaas</a:t>
            </a:r>
            <a:endParaRPr lang="en-US" err="1"/>
          </a:p>
          <a:p>
            <a:pPr>
              <a:buNone/>
            </a:pPr>
            <a:r>
              <a:rPr lang="en-US">
                <a:latin typeface="Calibri"/>
                <a:ea typeface="Calibri"/>
                <a:cs typeface="Calibri"/>
              </a:rPr>
              <a:t>*event driven automation</a:t>
            </a:r>
            <a:endParaRPr lang="en-US"/>
          </a:p>
          <a:p>
            <a:pPr>
              <a:buNone/>
            </a:pPr>
            <a:r>
              <a:rPr lang="en-US">
                <a:latin typeface="Calibri"/>
                <a:ea typeface="Calibri"/>
                <a:cs typeface="Calibri"/>
              </a:rPr>
              <a:t>*self-healing</a:t>
            </a:r>
            <a:br>
              <a:rPr lang="en-US">
                <a:latin typeface="Calibri"/>
                <a:ea typeface="Calibri"/>
                <a:cs typeface="Calibri"/>
              </a:rPr>
            </a:br>
            <a:endParaRPr lang="en-US">
              <a:latin typeface="Calibri"/>
              <a:ea typeface="Calibri"/>
              <a:cs typeface="Calibri"/>
            </a:endParaRPr>
          </a:p>
        </p:txBody>
      </p:sp>
    </p:spTree>
    <p:extLst>
      <p:ext uri="{BB962C8B-B14F-4D97-AF65-F5344CB8AC3E}">
        <p14:creationId xmlns:p14="http://schemas.microsoft.com/office/powerpoint/2010/main" val="47970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203D94F1-971C-63C9-4C13-CA21F2DF9573}"/>
            </a:ext>
          </a:extLst>
        </p:cNvPr>
        <p:cNvGrpSpPr/>
        <p:nvPr/>
      </p:nvGrpSpPr>
      <p:grpSpPr>
        <a:xfrm>
          <a:off x="0" y="0"/>
          <a:ext cx="0" cy="0"/>
          <a:chOff x="0" y="0"/>
          <a:chExt cx="0" cy="0"/>
        </a:xfrm>
      </p:grpSpPr>
      <p:sp>
        <p:nvSpPr>
          <p:cNvPr id="170" name="Google Shape;170;g38b75882298_0_0:notes">
            <a:extLst>
              <a:ext uri="{FF2B5EF4-FFF2-40B4-BE49-F238E27FC236}">
                <a16:creationId xmlns:a16="http://schemas.microsoft.com/office/drawing/2014/main" id="{FA3C6869-2EE0-4058-3E2B-E4C647C735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8b75882298_0_0:notes">
            <a:extLst>
              <a:ext uri="{FF2B5EF4-FFF2-40B4-BE49-F238E27FC236}">
                <a16:creationId xmlns:a16="http://schemas.microsoft.com/office/drawing/2014/main" id="{B6B43C99-DBAB-4520-775D-68DA8F4158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Publix </a:t>
            </a:r>
            <a:r>
              <a:rPr lang="en-US" err="1"/>
              <a:t>Technolog</a:t>
            </a:r>
            <a:r>
              <a:rPr lang="en-US"/>
              <a:t>y is fortunate to have highly technical and supportive leadership that encourages innovation. With the introduction of agentic development coupled with flexible modern platforms like AAP, Publix Technology is flourishing with ideation,  creating an ecosystem of enablement with endless possibilities. It is a very exciting time to be in tech, especially at Publix with partners like Red Hat.</a:t>
            </a:r>
          </a:p>
          <a:p>
            <a:pPr marL="0" lvl="0" indent="0" algn="l">
              <a:spcBef>
                <a:spcPts val="0"/>
              </a:spcBef>
              <a:spcAft>
                <a:spcPts val="0"/>
              </a:spcAft>
              <a:buNone/>
            </a:pPr>
            <a:endParaRPr lang="en-US"/>
          </a:p>
        </p:txBody>
      </p:sp>
    </p:spTree>
    <p:extLst>
      <p:ext uri="{BB962C8B-B14F-4D97-AF65-F5344CB8AC3E}">
        <p14:creationId xmlns:p14="http://schemas.microsoft.com/office/powerpoint/2010/main" val="32163932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RHS - Open Slide - Light"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a:off x="976653" y="3729441"/>
            <a:ext cx="7533300" cy="9144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Clr>
                <a:srgbClr val="1D0C35"/>
              </a:buClr>
              <a:buSzPts val="2400"/>
              <a:buNone/>
              <a:defRPr sz="2400">
                <a:solidFill>
                  <a:srgbClr val="1D0C35"/>
                </a:solidFill>
              </a:defRPr>
            </a:lvl1pPr>
            <a:lvl2pPr lvl="1" rtl="0">
              <a:lnSpc>
                <a:spcPct val="100000"/>
              </a:lnSpc>
              <a:spcBef>
                <a:spcPts val="0"/>
              </a:spcBef>
              <a:spcAft>
                <a:spcPts val="0"/>
              </a:spcAft>
              <a:buClr>
                <a:srgbClr val="142C4D"/>
              </a:buClr>
              <a:buSzPts val="2400"/>
              <a:buNone/>
              <a:defRPr sz="2400">
                <a:solidFill>
                  <a:srgbClr val="142C4D"/>
                </a:solidFill>
              </a:defRPr>
            </a:lvl2pPr>
            <a:lvl3pPr lvl="2" rtl="0">
              <a:lnSpc>
                <a:spcPct val="100000"/>
              </a:lnSpc>
              <a:spcBef>
                <a:spcPts val="0"/>
              </a:spcBef>
              <a:spcAft>
                <a:spcPts val="0"/>
              </a:spcAft>
              <a:buClr>
                <a:srgbClr val="142C4D"/>
              </a:buClr>
              <a:buSzPts val="2400"/>
              <a:buNone/>
              <a:defRPr sz="2400">
                <a:solidFill>
                  <a:srgbClr val="142C4D"/>
                </a:solidFill>
              </a:defRPr>
            </a:lvl3pPr>
            <a:lvl4pPr lvl="3" rtl="0">
              <a:lnSpc>
                <a:spcPct val="100000"/>
              </a:lnSpc>
              <a:spcBef>
                <a:spcPts val="0"/>
              </a:spcBef>
              <a:spcAft>
                <a:spcPts val="0"/>
              </a:spcAft>
              <a:buClr>
                <a:srgbClr val="142C4D"/>
              </a:buClr>
              <a:buSzPts val="2400"/>
              <a:buNone/>
              <a:defRPr sz="2400">
                <a:solidFill>
                  <a:srgbClr val="142C4D"/>
                </a:solidFill>
              </a:defRPr>
            </a:lvl4pPr>
            <a:lvl5pPr lvl="4" rtl="0">
              <a:lnSpc>
                <a:spcPct val="100000"/>
              </a:lnSpc>
              <a:spcBef>
                <a:spcPts val="0"/>
              </a:spcBef>
              <a:spcAft>
                <a:spcPts val="0"/>
              </a:spcAft>
              <a:buClr>
                <a:srgbClr val="142C4D"/>
              </a:buClr>
              <a:buSzPts val="2400"/>
              <a:buNone/>
              <a:defRPr sz="2400">
                <a:solidFill>
                  <a:srgbClr val="142C4D"/>
                </a:solidFill>
              </a:defRPr>
            </a:lvl5pPr>
            <a:lvl6pPr lvl="5" rtl="0">
              <a:lnSpc>
                <a:spcPct val="100000"/>
              </a:lnSpc>
              <a:spcBef>
                <a:spcPts val="0"/>
              </a:spcBef>
              <a:spcAft>
                <a:spcPts val="0"/>
              </a:spcAft>
              <a:buClr>
                <a:srgbClr val="142C4D"/>
              </a:buClr>
              <a:buSzPts val="2400"/>
              <a:buNone/>
              <a:defRPr sz="2400">
                <a:solidFill>
                  <a:srgbClr val="142C4D"/>
                </a:solidFill>
              </a:defRPr>
            </a:lvl6pPr>
            <a:lvl7pPr lvl="6" rtl="0">
              <a:lnSpc>
                <a:spcPct val="100000"/>
              </a:lnSpc>
              <a:spcBef>
                <a:spcPts val="0"/>
              </a:spcBef>
              <a:spcAft>
                <a:spcPts val="0"/>
              </a:spcAft>
              <a:buClr>
                <a:srgbClr val="142C4D"/>
              </a:buClr>
              <a:buSzPts val="2400"/>
              <a:buNone/>
              <a:defRPr sz="2400">
                <a:solidFill>
                  <a:srgbClr val="142C4D"/>
                </a:solidFill>
              </a:defRPr>
            </a:lvl7pPr>
            <a:lvl8pPr lvl="7" rtl="0">
              <a:lnSpc>
                <a:spcPct val="100000"/>
              </a:lnSpc>
              <a:spcBef>
                <a:spcPts val="0"/>
              </a:spcBef>
              <a:spcAft>
                <a:spcPts val="0"/>
              </a:spcAft>
              <a:buClr>
                <a:srgbClr val="142C4D"/>
              </a:buClr>
              <a:buSzPts val="2400"/>
              <a:buNone/>
              <a:defRPr sz="2400">
                <a:solidFill>
                  <a:srgbClr val="142C4D"/>
                </a:solidFill>
              </a:defRPr>
            </a:lvl8pPr>
            <a:lvl9pPr lvl="8" rtl="0">
              <a:lnSpc>
                <a:spcPct val="100000"/>
              </a:lnSpc>
              <a:spcBef>
                <a:spcPts val="0"/>
              </a:spcBef>
              <a:spcAft>
                <a:spcPts val="0"/>
              </a:spcAft>
              <a:buClr>
                <a:srgbClr val="142C4D"/>
              </a:buClr>
              <a:buSzPts val="2400"/>
              <a:buNone/>
              <a:defRPr sz="2400">
                <a:solidFill>
                  <a:srgbClr val="142C4D"/>
                </a:solidFill>
              </a:defRPr>
            </a:lvl9pPr>
          </a:lstStyle>
          <a:p>
            <a:endParaRPr/>
          </a:p>
        </p:txBody>
      </p:sp>
      <p:sp>
        <p:nvSpPr>
          <p:cNvPr id="10" name="Google Shape;10;p2"/>
          <p:cNvSpPr txBox="1">
            <a:spLocks noGrp="1"/>
          </p:cNvSpPr>
          <p:nvPr>
            <p:ph type="title"/>
          </p:nvPr>
        </p:nvSpPr>
        <p:spPr>
          <a:xfrm>
            <a:off x="976803" y="2572161"/>
            <a:ext cx="7533300" cy="979200"/>
          </a:xfrm>
          <a:prstGeom prst="rect">
            <a:avLst/>
          </a:prstGeom>
        </p:spPr>
        <p:txBody>
          <a:bodyPr spcFirstLastPara="1" wrap="square" lIns="0" tIns="0" rIns="0" bIns="0" anchor="b" anchorCtr="0">
            <a:noAutofit/>
          </a:bodyPr>
          <a:lstStyle>
            <a:lvl1pPr lvl="0" rtl="0">
              <a:lnSpc>
                <a:spcPct val="105000"/>
              </a:lnSpc>
              <a:spcBef>
                <a:spcPts val="0"/>
              </a:spcBef>
              <a:spcAft>
                <a:spcPts val="0"/>
              </a:spcAft>
              <a:buNone/>
              <a:defRPr sz="4600">
                <a:solidFill>
                  <a:srgbClr val="1D0C35"/>
                </a:solidFill>
              </a:defRPr>
            </a:lvl1pPr>
            <a:lvl2pPr lvl="1" rtl="0">
              <a:lnSpc>
                <a:spcPct val="105000"/>
              </a:lnSpc>
              <a:spcBef>
                <a:spcPts val="0"/>
              </a:spcBef>
              <a:spcAft>
                <a:spcPts val="0"/>
              </a:spcAft>
              <a:buNone/>
              <a:defRPr sz="4600">
                <a:solidFill>
                  <a:srgbClr val="142C4D"/>
                </a:solidFill>
              </a:defRPr>
            </a:lvl2pPr>
            <a:lvl3pPr lvl="2" rtl="0">
              <a:lnSpc>
                <a:spcPct val="105000"/>
              </a:lnSpc>
              <a:spcBef>
                <a:spcPts val="0"/>
              </a:spcBef>
              <a:spcAft>
                <a:spcPts val="0"/>
              </a:spcAft>
              <a:buNone/>
              <a:defRPr sz="4600">
                <a:solidFill>
                  <a:srgbClr val="142C4D"/>
                </a:solidFill>
              </a:defRPr>
            </a:lvl3pPr>
            <a:lvl4pPr lvl="3" rtl="0">
              <a:lnSpc>
                <a:spcPct val="105000"/>
              </a:lnSpc>
              <a:spcBef>
                <a:spcPts val="0"/>
              </a:spcBef>
              <a:spcAft>
                <a:spcPts val="0"/>
              </a:spcAft>
              <a:buNone/>
              <a:defRPr sz="4600">
                <a:solidFill>
                  <a:srgbClr val="142C4D"/>
                </a:solidFill>
              </a:defRPr>
            </a:lvl4pPr>
            <a:lvl5pPr lvl="4" rtl="0">
              <a:lnSpc>
                <a:spcPct val="105000"/>
              </a:lnSpc>
              <a:spcBef>
                <a:spcPts val="0"/>
              </a:spcBef>
              <a:spcAft>
                <a:spcPts val="0"/>
              </a:spcAft>
              <a:buNone/>
              <a:defRPr sz="4600">
                <a:solidFill>
                  <a:srgbClr val="142C4D"/>
                </a:solidFill>
              </a:defRPr>
            </a:lvl5pPr>
            <a:lvl6pPr lvl="5" rtl="0">
              <a:lnSpc>
                <a:spcPct val="105000"/>
              </a:lnSpc>
              <a:spcBef>
                <a:spcPts val="0"/>
              </a:spcBef>
              <a:spcAft>
                <a:spcPts val="0"/>
              </a:spcAft>
              <a:buNone/>
              <a:defRPr sz="4600">
                <a:solidFill>
                  <a:srgbClr val="142C4D"/>
                </a:solidFill>
              </a:defRPr>
            </a:lvl6pPr>
            <a:lvl7pPr lvl="6" rtl="0">
              <a:lnSpc>
                <a:spcPct val="105000"/>
              </a:lnSpc>
              <a:spcBef>
                <a:spcPts val="0"/>
              </a:spcBef>
              <a:spcAft>
                <a:spcPts val="0"/>
              </a:spcAft>
              <a:buNone/>
              <a:defRPr sz="4600">
                <a:solidFill>
                  <a:srgbClr val="142C4D"/>
                </a:solidFill>
              </a:defRPr>
            </a:lvl7pPr>
            <a:lvl8pPr lvl="7" rtl="0">
              <a:lnSpc>
                <a:spcPct val="105000"/>
              </a:lnSpc>
              <a:spcBef>
                <a:spcPts val="0"/>
              </a:spcBef>
              <a:spcAft>
                <a:spcPts val="0"/>
              </a:spcAft>
              <a:buNone/>
              <a:defRPr sz="4600">
                <a:solidFill>
                  <a:srgbClr val="142C4D"/>
                </a:solidFill>
              </a:defRPr>
            </a:lvl8pPr>
            <a:lvl9pPr lvl="8" rtl="0">
              <a:lnSpc>
                <a:spcPct val="105000"/>
              </a:lnSpc>
              <a:spcBef>
                <a:spcPts val="0"/>
              </a:spcBef>
              <a:spcAft>
                <a:spcPts val="0"/>
              </a:spcAft>
              <a:buNone/>
              <a:defRPr sz="4600">
                <a:solidFill>
                  <a:srgbClr val="142C4D"/>
                </a:solidFill>
              </a:defRPr>
            </a:lvl9pPr>
          </a:lstStyle>
          <a:p>
            <a:endParaRPr/>
          </a:p>
        </p:txBody>
      </p:sp>
      <p:sp>
        <p:nvSpPr>
          <p:cNvPr id="11" name="Google Shape;11;p2"/>
          <p:cNvSpPr txBox="1">
            <a:spLocks noGrp="1"/>
          </p:cNvSpPr>
          <p:nvPr>
            <p:ph type="subTitle" idx="2"/>
          </p:nvPr>
        </p:nvSpPr>
        <p:spPr>
          <a:xfrm>
            <a:off x="976653" y="4889316"/>
            <a:ext cx="2040300" cy="605700"/>
          </a:xfrm>
          <a:prstGeom prst="rect">
            <a:avLst/>
          </a:prstGeom>
        </p:spPr>
        <p:txBody>
          <a:bodyPr spcFirstLastPara="1" wrap="square" lIns="0" tIns="0" rIns="0" bIns="0" anchor="t" anchorCtr="0">
            <a:noAutofit/>
          </a:bodyPr>
          <a:lstStyle>
            <a:lvl1pPr lvl="0" rtl="0">
              <a:lnSpc>
                <a:spcPct val="135000"/>
              </a:lnSpc>
              <a:spcBef>
                <a:spcPts val="0"/>
              </a:spcBef>
              <a:spcAft>
                <a:spcPts val="0"/>
              </a:spcAft>
              <a:buClr>
                <a:srgbClr val="1D0C35"/>
              </a:buClr>
              <a:buSzPts val="1200"/>
              <a:buNone/>
              <a:defRPr sz="1200">
                <a:solidFill>
                  <a:srgbClr val="1D0C35"/>
                </a:solidFill>
              </a:defRPr>
            </a:lvl1pPr>
            <a:lvl2pPr lvl="1" rtl="0">
              <a:lnSpc>
                <a:spcPct val="135000"/>
              </a:lnSpc>
              <a:spcBef>
                <a:spcPts val="0"/>
              </a:spcBef>
              <a:spcAft>
                <a:spcPts val="0"/>
              </a:spcAft>
              <a:buClr>
                <a:srgbClr val="1D0C35"/>
              </a:buClr>
              <a:buSzPts val="1200"/>
              <a:buNone/>
              <a:defRPr sz="1200">
                <a:solidFill>
                  <a:srgbClr val="1D0C35"/>
                </a:solidFill>
              </a:defRPr>
            </a:lvl2pPr>
            <a:lvl3pPr lvl="2" rtl="0">
              <a:lnSpc>
                <a:spcPct val="135000"/>
              </a:lnSpc>
              <a:spcBef>
                <a:spcPts val="0"/>
              </a:spcBef>
              <a:spcAft>
                <a:spcPts val="0"/>
              </a:spcAft>
              <a:buClr>
                <a:srgbClr val="1D0C35"/>
              </a:buClr>
              <a:buSzPts val="1200"/>
              <a:buNone/>
              <a:defRPr sz="1200">
                <a:solidFill>
                  <a:srgbClr val="1D0C35"/>
                </a:solidFill>
              </a:defRPr>
            </a:lvl3pPr>
            <a:lvl4pPr lvl="3" rtl="0">
              <a:lnSpc>
                <a:spcPct val="135000"/>
              </a:lnSpc>
              <a:spcBef>
                <a:spcPts val="0"/>
              </a:spcBef>
              <a:spcAft>
                <a:spcPts val="0"/>
              </a:spcAft>
              <a:buClr>
                <a:srgbClr val="1D0C35"/>
              </a:buClr>
              <a:buSzPts val="1200"/>
              <a:buNone/>
              <a:defRPr sz="1200">
                <a:solidFill>
                  <a:srgbClr val="1D0C35"/>
                </a:solidFill>
              </a:defRPr>
            </a:lvl4pPr>
            <a:lvl5pPr lvl="4" rtl="0">
              <a:lnSpc>
                <a:spcPct val="135000"/>
              </a:lnSpc>
              <a:spcBef>
                <a:spcPts val="0"/>
              </a:spcBef>
              <a:spcAft>
                <a:spcPts val="0"/>
              </a:spcAft>
              <a:buClr>
                <a:srgbClr val="1D0C35"/>
              </a:buClr>
              <a:buSzPts val="1200"/>
              <a:buNone/>
              <a:defRPr sz="1200">
                <a:solidFill>
                  <a:srgbClr val="1D0C35"/>
                </a:solidFill>
              </a:defRPr>
            </a:lvl5pPr>
            <a:lvl6pPr lvl="5" rtl="0">
              <a:lnSpc>
                <a:spcPct val="135000"/>
              </a:lnSpc>
              <a:spcBef>
                <a:spcPts val="0"/>
              </a:spcBef>
              <a:spcAft>
                <a:spcPts val="0"/>
              </a:spcAft>
              <a:buClr>
                <a:srgbClr val="1D0C35"/>
              </a:buClr>
              <a:buSzPts val="1200"/>
              <a:buNone/>
              <a:defRPr sz="1200">
                <a:solidFill>
                  <a:srgbClr val="1D0C35"/>
                </a:solidFill>
              </a:defRPr>
            </a:lvl6pPr>
            <a:lvl7pPr lvl="6" rtl="0">
              <a:lnSpc>
                <a:spcPct val="135000"/>
              </a:lnSpc>
              <a:spcBef>
                <a:spcPts val="0"/>
              </a:spcBef>
              <a:spcAft>
                <a:spcPts val="0"/>
              </a:spcAft>
              <a:buClr>
                <a:srgbClr val="1D0C35"/>
              </a:buClr>
              <a:buSzPts val="1200"/>
              <a:buNone/>
              <a:defRPr sz="1200">
                <a:solidFill>
                  <a:srgbClr val="1D0C35"/>
                </a:solidFill>
              </a:defRPr>
            </a:lvl7pPr>
            <a:lvl8pPr lvl="7" rtl="0">
              <a:lnSpc>
                <a:spcPct val="135000"/>
              </a:lnSpc>
              <a:spcBef>
                <a:spcPts val="0"/>
              </a:spcBef>
              <a:spcAft>
                <a:spcPts val="0"/>
              </a:spcAft>
              <a:buClr>
                <a:srgbClr val="1D0C35"/>
              </a:buClr>
              <a:buSzPts val="1200"/>
              <a:buNone/>
              <a:defRPr sz="1200">
                <a:solidFill>
                  <a:srgbClr val="1D0C35"/>
                </a:solidFill>
              </a:defRPr>
            </a:lvl8pPr>
            <a:lvl9pPr lvl="8" rtl="0">
              <a:lnSpc>
                <a:spcPct val="135000"/>
              </a:lnSpc>
              <a:spcBef>
                <a:spcPts val="0"/>
              </a:spcBef>
              <a:spcAft>
                <a:spcPts val="0"/>
              </a:spcAft>
              <a:buClr>
                <a:srgbClr val="1D0C35"/>
              </a:buClr>
              <a:buSzPts val="1200"/>
              <a:buNone/>
              <a:defRPr sz="1200">
                <a:solidFill>
                  <a:srgbClr val="1D0C35"/>
                </a:solidFill>
              </a:defRPr>
            </a:lvl9pPr>
          </a:lstStyle>
          <a:p>
            <a:endParaRPr/>
          </a:p>
        </p:txBody>
      </p:sp>
      <p:sp>
        <p:nvSpPr>
          <p:cNvPr id="12" name="Google Shape;12;p2"/>
          <p:cNvSpPr txBox="1">
            <a:spLocks noGrp="1"/>
          </p:cNvSpPr>
          <p:nvPr>
            <p:ph type="subTitle" idx="3"/>
          </p:nvPr>
        </p:nvSpPr>
        <p:spPr>
          <a:xfrm>
            <a:off x="3364778" y="4889316"/>
            <a:ext cx="2040300" cy="605700"/>
          </a:xfrm>
          <a:prstGeom prst="rect">
            <a:avLst/>
          </a:prstGeom>
        </p:spPr>
        <p:txBody>
          <a:bodyPr spcFirstLastPara="1" wrap="square" lIns="0" tIns="0" rIns="0" bIns="0" anchor="t" anchorCtr="0">
            <a:noAutofit/>
          </a:bodyPr>
          <a:lstStyle>
            <a:lvl1pPr lvl="0" rtl="0">
              <a:lnSpc>
                <a:spcPct val="135000"/>
              </a:lnSpc>
              <a:spcBef>
                <a:spcPts val="0"/>
              </a:spcBef>
              <a:spcAft>
                <a:spcPts val="0"/>
              </a:spcAft>
              <a:buClr>
                <a:srgbClr val="1D0C35"/>
              </a:buClr>
              <a:buSzPts val="1200"/>
              <a:buNone/>
              <a:defRPr sz="1200">
                <a:solidFill>
                  <a:srgbClr val="1D0C35"/>
                </a:solidFill>
              </a:defRPr>
            </a:lvl1pPr>
            <a:lvl2pPr lvl="1" rtl="0">
              <a:lnSpc>
                <a:spcPct val="135000"/>
              </a:lnSpc>
              <a:spcBef>
                <a:spcPts val="0"/>
              </a:spcBef>
              <a:spcAft>
                <a:spcPts val="0"/>
              </a:spcAft>
              <a:buClr>
                <a:srgbClr val="1D0C35"/>
              </a:buClr>
              <a:buSzPts val="1200"/>
              <a:buNone/>
              <a:defRPr sz="1200">
                <a:solidFill>
                  <a:srgbClr val="1D0C35"/>
                </a:solidFill>
              </a:defRPr>
            </a:lvl2pPr>
            <a:lvl3pPr lvl="2" rtl="0">
              <a:lnSpc>
                <a:spcPct val="135000"/>
              </a:lnSpc>
              <a:spcBef>
                <a:spcPts val="0"/>
              </a:spcBef>
              <a:spcAft>
                <a:spcPts val="0"/>
              </a:spcAft>
              <a:buClr>
                <a:srgbClr val="1D0C35"/>
              </a:buClr>
              <a:buSzPts val="1200"/>
              <a:buNone/>
              <a:defRPr sz="1200">
                <a:solidFill>
                  <a:srgbClr val="1D0C35"/>
                </a:solidFill>
              </a:defRPr>
            </a:lvl3pPr>
            <a:lvl4pPr lvl="3" rtl="0">
              <a:lnSpc>
                <a:spcPct val="135000"/>
              </a:lnSpc>
              <a:spcBef>
                <a:spcPts val="0"/>
              </a:spcBef>
              <a:spcAft>
                <a:spcPts val="0"/>
              </a:spcAft>
              <a:buClr>
                <a:srgbClr val="1D0C35"/>
              </a:buClr>
              <a:buSzPts val="1200"/>
              <a:buNone/>
              <a:defRPr sz="1200">
                <a:solidFill>
                  <a:srgbClr val="1D0C35"/>
                </a:solidFill>
              </a:defRPr>
            </a:lvl4pPr>
            <a:lvl5pPr lvl="4" rtl="0">
              <a:lnSpc>
                <a:spcPct val="135000"/>
              </a:lnSpc>
              <a:spcBef>
                <a:spcPts val="0"/>
              </a:spcBef>
              <a:spcAft>
                <a:spcPts val="0"/>
              </a:spcAft>
              <a:buClr>
                <a:srgbClr val="1D0C35"/>
              </a:buClr>
              <a:buSzPts val="1200"/>
              <a:buNone/>
              <a:defRPr sz="1200">
                <a:solidFill>
                  <a:srgbClr val="1D0C35"/>
                </a:solidFill>
              </a:defRPr>
            </a:lvl5pPr>
            <a:lvl6pPr lvl="5" rtl="0">
              <a:lnSpc>
                <a:spcPct val="135000"/>
              </a:lnSpc>
              <a:spcBef>
                <a:spcPts val="0"/>
              </a:spcBef>
              <a:spcAft>
                <a:spcPts val="0"/>
              </a:spcAft>
              <a:buClr>
                <a:srgbClr val="1D0C35"/>
              </a:buClr>
              <a:buSzPts val="1200"/>
              <a:buNone/>
              <a:defRPr sz="1200">
                <a:solidFill>
                  <a:srgbClr val="1D0C35"/>
                </a:solidFill>
              </a:defRPr>
            </a:lvl6pPr>
            <a:lvl7pPr lvl="6" rtl="0">
              <a:lnSpc>
                <a:spcPct val="135000"/>
              </a:lnSpc>
              <a:spcBef>
                <a:spcPts val="0"/>
              </a:spcBef>
              <a:spcAft>
                <a:spcPts val="0"/>
              </a:spcAft>
              <a:buClr>
                <a:srgbClr val="1D0C35"/>
              </a:buClr>
              <a:buSzPts val="1200"/>
              <a:buNone/>
              <a:defRPr sz="1200">
                <a:solidFill>
                  <a:srgbClr val="1D0C35"/>
                </a:solidFill>
              </a:defRPr>
            </a:lvl7pPr>
            <a:lvl8pPr lvl="7" rtl="0">
              <a:lnSpc>
                <a:spcPct val="135000"/>
              </a:lnSpc>
              <a:spcBef>
                <a:spcPts val="0"/>
              </a:spcBef>
              <a:spcAft>
                <a:spcPts val="0"/>
              </a:spcAft>
              <a:buClr>
                <a:srgbClr val="1D0C35"/>
              </a:buClr>
              <a:buSzPts val="1200"/>
              <a:buNone/>
              <a:defRPr sz="1200">
                <a:solidFill>
                  <a:srgbClr val="1D0C35"/>
                </a:solidFill>
              </a:defRPr>
            </a:lvl8pPr>
            <a:lvl9pPr lvl="8" rtl="0">
              <a:lnSpc>
                <a:spcPct val="135000"/>
              </a:lnSpc>
              <a:spcBef>
                <a:spcPts val="0"/>
              </a:spcBef>
              <a:spcAft>
                <a:spcPts val="0"/>
              </a:spcAft>
              <a:buClr>
                <a:srgbClr val="1D0C35"/>
              </a:buClr>
              <a:buSzPts val="1200"/>
              <a:buNone/>
              <a:defRPr sz="1200">
                <a:solidFill>
                  <a:srgbClr val="1D0C35"/>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HS+AF - Open Slide - Dark">
  <p:cSld name="TITLE_3_2_1">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5"/>
          <p:cNvSpPr txBox="1">
            <a:spLocks noGrp="1"/>
          </p:cNvSpPr>
          <p:nvPr>
            <p:ph type="subTitle" idx="1"/>
          </p:nvPr>
        </p:nvSpPr>
        <p:spPr>
          <a:xfrm>
            <a:off x="976653" y="3729441"/>
            <a:ext cx="7533300" cy="9144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25" name="Google Shape;25;p5"/>
          <p:cNvSpPr txBox="1">
            <a:spLocks noGrp="1"/>
          </p:cNvSpPr>
          <p:nvPr>
            <p:ph type="title"/>
          </p:nvPr>
        </p:nvSpPr>
        <p:spPr>
          <a:xfrm>
            <a:off x="976803" y="2572161"/>
            <a:ext cx="7533300" cy="979200"/>
          </a:xfrm>
          <a:prstGeom prst="rect">
            <a:avLst/>
          </a:prstGeom>
        </p:spPr>
        <p:txBody>
          <a:bodyPr spcFirstLastPara="1" wrap="square" lIns="0" tIns="0" rIns="0" bIns="0" anchor="b" anchorCtr="0">
            <a:noAutofit/>
          </a:bodyPr>
          <a:lstStyle>
            <a:lvl1pPr lvl="0">
              <a:lnSpc>
                <a:spcPct val="105000"/>
              </a:lnSpc>
              <a:spcBef>
                <a:spcPts val="0"/>
              </a:spcBef>
              <a:spcAft>
                <a:spcPts val="0"/>
              </a:spcAft>
              <a:buNone/>
              <a:defRPr sz="4600">
                <a:solidFill>
                  <a:schemeClr val="lt1"/>
                </a:solidFill>
              </a:defRPr>
            </a:lvl1pPr>
            <a:lvl2pPr lvl="1">
              <a:lnSpc>
                <a:spcPct val="105000"/>
              </a:lnSpc>
              <a:spcBef>
                <a:spcPts val="0"/>
              </a:spcBef>
              <a:spcAft>
                <a:spcPts val="0"/>
              </a:spcAft>
              <a:buNone/>
              <a:defRPr sz="4600">
                <a:solidFill>
                  <a:schemeClr val="lt1"/>
                </a:solidFill>
              </a:defRPr>
            </a:lvl2pPr>
            <a:lvl3pPr lvl="2">
              <a:lnSpc>
                <a:spcPct val="105000"/>
              </a:lnSpc>
              <a:spcBef>
                <a:spcPts val="0"/>
              </a:spcBef>
              <a:spcAft>
                <a:spcPts val="0"/>
              </a:spcAft>
              <a:buNone/>
              <a:defRPr sz="4600">
                <a:solidFill>
                  <a:schemeClr val="lt1"/>
                </a:solidFill>
              </a:defRPr>
            </a:lvl3pPr>
            <a:lvl4pPr lvl="3">
              <a:lnSpc>
                <a:spcPct val="105000"/>
              </a:lnSpc>
              <a:spcBef>
                <a:spcPts val="0"/>
              </a:spcBef>
              <a:spcAft>
                <a:spcPts val="0"/>
              </a:spcAft>
              <a:buNone/>
              <a:defRPr sz="4600">
                <a:solidFill>
                  <a:schemeClr val="lt1"/>
                </a:solidFill>
              </a:defRPr>
            </a:lvl4pPr>
            <a:lvl5pPr lvl="4">
              <a:lnSpc>
                <a:spcPct val="105000"/>
              </a:lnSpc>
              <a:spcBef>
                <a:spcPts val="0"/>
              </a:spcBef>
              <a:spcAft>
                <a:spcPts val="0"/>
              </a:spcAft>
              <a:buNone/>
              <a:defRPr sz="4600">
                <a:solidFill>
                  <a:schemeClr val="lt1"/>
                </a:solidFill>
              </a:defRPr>
            </a:lvl5pPr>
            <a:lvl6pPr lvl="5">
              <a:lnSpc>
                <a:spcPct val="105000"/>
              </a:lnSpc>
              <a:spcBef>
                <a:spcPts val="0"/>
              </a:spcBef>
              <a:spcAft>
                <a:spcPts val="0"/>
              </a:spcAft>
              <a:buNone/>
              <a:defRPr sz="4600">
                <a:solidFill>
                  <a:schemeClr val="lt1"/>
                </a:solidFill>
              </a:defRPr>
            </a:lvl6pPr>
            <a:lvl7pPr lvl="6">
              <a:lnSpc>
                <a:spcPct val="105000"/>
              </a:lnSpc>
              <a:spcBef>
                <a:spcPts val="0"/>
              </a:spcBef>
              <a:spcAft>
                <a:spcPts val="0"/>
              </a:spcAft>
              <a:buNone/>
              <a:defRPr sz="4600">
                <a:solidFill>
                  <a:schemeClr val="lt1"/>
                </a:solidFill>
              </a:defRPr>
            </a:lvl7pPr>
            <a:lvl8pPr lvl="7">
              <a:lnSpc>
                <a:spcPct val="105000"/>
              </a:lnSpc>
              <a:spcBef>
                <a:spcPts val="0"/>
              </a:spcBef>
              <a:spcAft>
                <a:spcPts val="0"/>
              </a:spcAft>
              <a:buNone/>
              <a:defRPr sz="4600">
                <a:solidFill>
                  <a:schemeClr val="lt1"/>
                </a:solidFill>
              </a:defRPr>
            </a:lvl8pPr>
            <a:lvl9pPr lvl="8">
              <a:lnSpc>
                <a:spcPct val="105000"/>
              </a:lnSpc>
              <a:spcBef>
                <a:spcPts val="0"/>
              </a:spcBef>
              <a:spcAft>
                <a:spcPts val="0"/>
              </a:spcAft>
              <a:buNone/>
              <a:defRPr sz="4600">
                <a:solidFill>
                  <a:schemeClr val="lt1"/>
                </a:solidFill>
              </a:defRPr>
            </a:lvl9pPr>
          </a:lstStyle>
          <a:p>
            <a:endParaRPr/>
          </a:p>
        </p:txBody>
      </p:sp>
      <p:sp>
        <p:nvSpPr>
          <p:cNvPr id="26" name="Google Shape;26;p5"/>
          <p:cNvSpPr txBox="1">
            <a:spLocks noGrp="1"/>
          </p:cNvSpPr>
          <p:nvPr>
            <p:ph type="subTitle" idx="2"/>
          </p:nvPr>
        </p:nvSpPr>
        <p:spPr>
          <a:xfrm>
            <a:off x="976653" y="4889316"/>
            <a:ext cx="2040300" cy="605700"/>
          </a:xfrm>
          <a:prstGeom prst="rect">
            <a:avLst/>
          </a:prstGeom>
        </p:spPr>
        <p:txBody>
          <a:bodyPr spcFirstLastPara="1" wrap="square" lIns="0" tIns="0" rIns="0" bIns="0" anchor="t" anchorCtr="0">
            <a:noAutofit/>
          </a:bodyPr>
          <a:lstStyle>
            <a:lvl1pPr lvl="0">
              <a:lnSpc>
                <a:spcPct val="135000"/>
              </a:lnSpc>
              <a:spcBef>
                <a:spcPts val="0"/>
              </a:spcBef>
              <a:spcAft>
                <a:spcPts val="0"/>
              </a:spcAft>
              <a:buClr>
                <a:schemeClr val="lt1"/>
              </a:buClr>
              <a:buSzPts val="1200"/>
              <a:buNone/>
              <a:defRPr sz="1200">
                <a:solidFill>
                  <a:schemeClr val="lt1"/>
                </a:solidFill>
              </a:defRPr>
            </a:lvl1pPr>
            <a:lvl2pPr lvl="1">
              <a:lnSpc>
                <a:spcPct val="135000"/>
              </a:lnSpc>
              <a:spcBef>
                <a:spcPts val="0"/>
              </a:spcBef>
              <a:spcAft>
                <a:spcPts val="0"/>
              </a:spcAft>
              <a:buClr>
                <a:schemeClr val="lt1"/>
              </a:buClr>
              <a:buSzPts val="1200"/>
              <a:buNone/>
              <a:defRPr sz="1200">
                <a:solidFill>
                  <a:schemeClr val="lt1"/>
                </a:solidFill>
              </a:defRPr>
            </a:lvl2pPr>
            <a:lvl3pPr lvl="2">
              <a:lnSpc>
                <a:spcPct val="135000"/>
              </a:lnSpc>
              <a:spcBef>
                <a:spcPts val="0"/>
              </a:spcBef>
              <a:spcAft>
                <a:spcPts val="0"/>
              </a:spcAft>
              <a:buClr>
                <a:schemeClr val="lt1"/>
              </a:buClr>
              <a:buSzPts val="1200"/>
              <a:buNone/>
              <a:defRPr sz="1200">
                <a:solidFill>
                  <a:schemeClr val="lt1"/>
                </a:solidFill>
              </a:defRPr>
            </a:lvl3pPr>
            <a:lvl4pPr lvl="3">
              <a:lnSpc>
                <a:spcPct val="135000"/>
              </a:lnSpc>
              <a:spcBef>
                <a:spcPts val="0"/>
              </a:spcBef>
              <a:spcAft>
                <a:spcPts val="0"/>
              </a:spcAft>
              <a:buClr>
                <a:schemeClr val="lt1"/>
              </a:buClr>
              <a:buSzPts val="1200"/>
              <a:buNone/>
              <a:defRPr sz="1200">
                <a:solidFill>
                  <a:schemeClr val="lt1"/>
                </a:solidFill>
              </a:defRPr>
            </a:lvl4pPr>
            <a:lvl5pPr lvl="4">
              <a:lnSpc>
                <a:spcPct val="135000"/>
              </a:lnSpc>
              <a:spcBef>
                <a:spcPts val="0"/>
              </a:spcBef>
              <a:spcAft>
                <a:spcPts val="0"/>
              </a:spcAft>
              <a:buClr>
                <a:schemeClr val="lt1"/>
              </a:buClr>
              <a:buSzPts val="1200"/>
              <a:buNone/>
              <a:defRPr sz="1200">
                <a:solidFill>
                  <a:schemeClr val="lt1"/>
                </a:solidFill>
              </a:defRPr>
            </a:lvl5pPr>
            <a:lvl6pPr lvl="5">
              <a:lnSpc>
                <a:spcPct val="135000"/>
              </a:lnSpc>
              <a:spcBef>
                <a:spcPts val="0"/>
              </a:spcBef>
              <a:spcAft>
                <a:spcPts val="0"/>
              </a:spcAft>
              <a:buClr>
                <a:schemeClr val="lt1"/>
              </a:buClr>
              <a:buSzPts val="1200"/>
              <a:buNone/>
              <a:defRPr sz="1200">
                <a:solidFill>
                  <a:schemeClr val="lt1"/>
                </a:solidFill>
              </a:defRPr>
            </a:lvl6pPr>
            <a:lvl7pPr lvl="6">
              <a:lnSpc>
                <a:spcPct val="135000"/>
              </a:lnSpc>
              <a:spcBef>
                <a:spcPts val="0"/>
              </a:spcBef>
              <a:spcAft>
                <a:spcPts val="0"/>
              </a:spcAft>
              <a:buClr>
                <a:schemeClr val="lt1"/>
              </a:buClr>
              <a:buSzPts val="1200"/>
              <a:buNone/>
              <a:defRPr sz="1200">
                <a:solidFill>
                  <a:schemeClr val="lt1"/>
                </a:solidFill>
              </a:defRPr>
            </a:lvl7pPr>
            <a:lvl8pPr lvl="7">
              <a:lnSpc>
                <a:spcPct val="135000"/>
              </a:lnSpc>
              <a:spcBef>
                <a:spcPts val="0"/>
              </a:spcBef>
              <a:spcAft>
                <a:spcPts val="0"/>
              </a:spcAft>
              <a:buClr>
                <a:schemeClr val="lt1"/>
              </a:buClr>
              <a:buSzPts val="1200"/>
              <a:buNone/>
              <a:defRPr sz="1200">
                <a:solidFill>
                  <a:schemeClr val="lt1"/>
                </a:solidFill>
              </a:defRPr>
            </a:lvl8pPr>
            <a:lvl9pPr lvl="8">
              <a:lnSpc>
                <a:spcPct val="135000"/>
              </a:lnSpc>
              <a:spcBef>
                <a:spcPts val="0"/>
              </a:spcBef>
              <a:spcAft>
                <a:spcPts val="0"/>
              </a:spcAft>
              <a:buClr>
                <a:schemeClr val="lt1"/>
              </a:buClr>
              <a:buSzPts val="1200"/>
              <a:buNone/>
              <a:defRPr sz="1200">
                <a:solidFill>
                  <a:schemeClr val="lt1"/>
                </a:solidFill>
              </a:defRPr>
            </a:lvl9pPr>
          </a:lstStyle>
          <a:p>
            <a:endParaRPr/>
          </a:p>
        </p:txBody>
      </p:sp>
      <p:sp>
        <p:nvSpPr>
          <p:cNvPr id="27" name="Google Shape;27;p5"/>
          <p:cNvSpPr txBox="1">
            <a:spLocks noGrp="1"/>
          </p:cNvSpPr>
          <p:nvPr>
            <p:ph type="subTitle" idx="3"/>
          </p:nvPr>
        </p:nvSpPr>
        <p:spPr>
          <a:xfrm>
            <a:off x="3364778" y="4889316"/>
            <a:ext cx="2040300" cy="605700"/>
          </a:xfrm>
          <a:prstGeom prst="rect">
            <a:avLst/>
          </a:prstGeom>
        </p:spPr>
        <p:txBody>
          <a:bodyPr spcFirstLastPara="1" wrap="square" lIns="0" tIns="0" rIns="0" bIns="0" anchor="t" anchorCtr="0">
            <a:noAutofit/>
          </a:bodyPr>
          <a:lstStyle>
            <a:lvl1pPr lvl="0">
              <a:lnSpc>
                <a:spcPct val="135000"/>
              </a:lnSpc>
              <a:spcBef>
                <a:spcPts val="0"/>
              </a:spcBef>
              <a:spcAft>
                <a:spcPts val="0"/>
              </a:spcAft>
              <a:buClr>
                <a:schemeClr val="lt1"/>
              </a:buClr>
              <a:buSzPts val="1200"/>
              <a:buNone/>
              <a:defRPr sz="1200">
                <a:solidFill>
                  <a:schemeClr val="lt1"/>
                </a:solidFill>
              </a:defRPr>
            </a:lvl1pPr>
            <a:lvl2pPr lvl="1">
              <a:lnSpc>
                <a:spcPct val="135000"/>
              </a:lnSpc>
              <a:spcBef>
                <a:spcPts val="0"/>
              </a:spcBef>
              <a:spcAft>
                <a:spcPts val="0"/>
              </a:spcAft>
              <a:buClr>
                <a:schemeClr val="lt1"/>
              </a:buClr>
              <a:buSzPts val="1200"/>
              <a:buNone/>
              <a:defRPr sz="1200">
                <a:solidFill>
                  <a:schemeClr val="lt1"/>
                </a:solidFill>
              </a:defRPr>
            </a:lvl2pPr>
            <a:lvl3pPr lvl="2">
              <a:lnSpc>
                <a:spcPct val="135000"/>
              </a:lnSpc>
              <a:spcBef>
                <a:spcPts val="0"/>
              </a:spcBef>
              <a:spcAft>
                <a:spcPts val="0"/>
              </a:spcAft>
              <a:buClr>
                <a:schemeClr val="lt1"/>
              </a:buClr>
              <a:buSzPts val="1200"/>
              <a:buNone/>
              <a:defRPr sz="1200">
                <a:solidFill>
                  <a:schemeClr val="lt1"/>
                </a:solidFill>
              </a:defRPr>
            </a:lvl3pPr>
            <a:lvl4pPr lvl="3">
              <a:lnSpc>
                <a:spcPct val="135000"/>
              </a:lnSpc>
              <a:spcBef>
                <a:spcPts val="0"/>
              </a:spcBef>
              <a:spcAft>
                <a:spcPts val="0"/>
              </a:spcAft>
              <a:buClr>
                <a:schemeClr val="lt1"/>
              </a:buClr>
              <a:buSzPts val="1200"/>
              <a:buNone/>
              <a:defRPr sz="1200">
                <a:solidFill>
                  <a:schemeClr val="lt1"/>
                </a:solidFill>
              </a:defRPr>
            </a:lvl4pPr>
            <a:lvl5pPr lvl="4">
              <a:lnSpc>
                <a:spcPct val="135000"/>
              </a:lnSpc>
              <a:spcBef>
                <a:spcPts val="0"/>
              </a:spcBef>
              <a:spcAft>
                <a:spcPts val="0"/>
              </a:spcAft>
              <a:buClr>
                <a:schemeClr val="lt1"/>
              </a:buClr>
              <a:buSzPts val="1200"/>
              <a:buNone/>
              <a:defRPr sz="1200">
                <a:solidFill>
                  <a:schemeClr val="lt1"/>
                </a:solidFill>
              </a:defRPr>
            </a:lvl5pPr>
            <a:lvl6pPr lvl="5">
              <a:lnSpc>
                <a:spcPct val="135000"/>
              </a:lnSpc>
              <a:spcBef>
                <a:spcPts val="0"/>
              </a:spcBef>
              <a:spcAft>
                <a:spcPts val="0"/>
              </a:spcAft>
              <a:buClr>
                <a:schemeClr val="lt1"/>
              </a:buClr>
              <a:buSzPts val="1200"/>
              <a:buNone/>
              <a:defRPr sz="1200">
                <a:solidFill>
                  <a:schemeClr val="lt1"/>
                </a:solidFill>
              </a:defRPr>
            </a:lvl6pPr>
            <a:lvl7pPr lvl="6">
              <a:lnSpc>
                <a:spcPct val="135000"/>
              </a:lnSpc>
              <a:spcBef>
                <a:spcPts val="0"/>
              </a:spcBef>
              <a:spcAft>
                <a:spcPts val="0"/>
              </a:spcAft>
              <a:buClr>
                <a:schemeClr val="lt1"/>
              </a:buClr>
              <a:buSzPts val="1200"/>
              <a:buNone/>
              <a:defRPr sz="1200">
                <a:solidFill>
                  <a:schemeClr val="lt1"/>
                </a:solidFill>
              </a:defRPr>
            </a:lvl7pPr>
            <a:lvl8pPr lvl="7">
              <a:lnSpc>
                <a:spcPct val="135000"/>
              </a:lnSpc>
              <a:spcBef>
                <a:spcPts val="0"/>
              </a:spcBef>
              <a:spcAft>
                <a:spcPts val="0"/>
              </a:spcAft>
              <a:buClr>
                <a:schemeClr val="lt1"/>
              </a:buClr>
              <a:buSzPts val="1200"/>
              <a:buNone/>
              <a:defRPr sz="1200">
                <a:solidFill>
                  <a:schemeClr val="lt1"/>
                </a:solidFill>
              </a:defRPr>
            </a:lvl8pPr>
            <a:lvl9pPr lvl="8">
              <a:lnSpc>
                <a:spcPct val="135000"/>
              </a:lnSpc>
              <a:spcBef>
                <a:spcPts val="0"/>
              </a:spcBef>
              <a:spcAft>
                <a:spcPts val="0"/>
              </a:spcAft>
              <a:buClr>
                <a:schemeClr val="lt1"/>
              </a:buClr>
              <a:buSzPts val="1200"/>
              <a:buNone/>
              <a:defRPr sz="1200">
                <a:solidFill>
                  <a:schemeClr val="l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Break - Light #1">
  <p:cSld name="CUSTOM_2_1_1">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6"/>
          <p:cNvSpPr txBox="1">
            <a:spLocks noGrp="1"/>
          </p:cNvSpPr>
          <p:nvPr>
            <p:ph type="subTitle" idx="1"/>
          </p:nvPr>
        </p:nvSpPr>
        <p:spPr>
          <a:xfrm>
            <a:off x="447775" y="55441"/>
            <a:ext cx="5148900" cy="816300"/>
          </a:xfrm>
          <a:prstGeom prst="rect">
            <a:avLst/>
          </a:prstGeom>
        </p:spPr>
        <p:txBody>
          <a:bodyPr spcFirstLastPara="1" wrap="square" lIns="438900" tIns="91425" rIns="91425" bIns="91425" anchor="ctr" anchorCtr="0">
            <a:noAutofit/>
          </a:bodyPr>
          <a:lstStyle>
            <a:lvl1pPr lvl="0" rtl="0">
              <a:lnSpc>
                <a:spcPct val="100000"/>
              </a:lnSpc>
              <a:spcBef>
                <a:spcPts val="0"/>
              </a:spcBef>
              <a:spcAft>
                <a:spcPts val="0"/>
              </a:spcAft>
              <a:buClr>
                <a:srgbClr val="1D0C35"/>
              </a:buClr>
              <a:buSzPts val="1000"/>
              <a:buFont typeface="Red Hat Text Medium"/>
              <a:buNone/>
              <a:defRPr sz="1000">
                <a:solidFill>
                  <a:srgbClr val="1D0C35"/>
                </a:solidFill>
                <a:latin typeface="Red Hat Text Medium"/>
                <a:ea typeface="Red Hat Text Medium"/>
                <a:cs typeface="Red Hat Text Medium"/>
                <a:sym typeface="Red Hat Text Medium"/>
              </a:defRPr>
            </a:lvl1pPr>
            <a:lvl2pPr lvl="1"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2pPr>
            <a:lvl3pPr lvl="2"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3pPr>
            <a:lvl4pPr lvl="3"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4pPr>
            <a:lvl5pPr lvl="4"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5pPr>
            <a:lvl6pPr lvl="5"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6pPr>
            <a:lvl7pPr lvl="6"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7pPr>
            <a:lvl8pPr lvl="7"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8pPr>
            <a:lvl9pPr lvl="8"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9pPr>
          </a:lstStyle>
          <a:p>
            <a:endParaRPr/>
          </a:p>
        </p:txBody>
      </p:sp>
      <p:sp>
        <p:nvSpPr>
          <p:cNvPr id="30" name="Google Shape;30;p6"/>
          <p:cNvSpPr txBox="1">
            <a:spLocks noGrp="1"/>
          </p:cNvSpPr>
          <p:nvPr>
            <p:ph type="title"/>
          </p:nvPr>
        </p:nvSpPr>
        <p:spPr>
          <a:xfrm>
            <a:off x="447775" y="1084561"/>
            <a:ext cx="6825000" cy="2105100"/>
          </a:xfrm>
          <a:prstGeom prst="rect">
            <a:avLst/>
          </a:prstGeom>
        </p:spPr>
        <p:txBody>
          <a:bodyPr spcFirstLastPara="1" wrap="square" lIns="438900" tIns="91425" rIns="91425" bIns="91425" anchor="t" anchorCtr="0">
            <a:noAutofit/>
          </a:bodyPr>
          <a:lstStyle>
            <a:lvl1pPr lvl="0" rtl="0">
              <a:spcBef>
                <a:spcPts val="0"/>
              </a:spcBef>
              <a:spcAft>
                <a:spcPts val="0"/>
              </a:spcAft>
              <a:buNone/>
              <a:defRPr sz="6000">
                <a:solidFill>
                  <a:schemeClr val="accent1"/>
                </a:solidFill>
              </a:defRPr>
            </a:lvl1pPr>
            <a:lvl2pPr lvl="1" rtl="0">
              <a:spcBef>
                <a:spcPts val="0"/>
              </a:spcBef>
              <a:spcAft>
                <a:spcPts val="0"/>
              </a:spcAft>
              <a:buNone/>
              <a:defRPr sz="6000">
                <a:solidFill>
                  <a:srgbClr val="000000"/>
                </a:solidFill>
              </a:defRPr>
            </a:lvl2pPr>
            <a:lvl3pPr lvl="2" rtl="0">
              <a:spcBef>
                <a:spcPts val="0"/>
              </a:spcBef>
              <a:spcAft>
                <a:spcPts val="0"/>
              </a:spcAft>
              <a:buNone/>
              <a:defRPr sz="6000">
                <a:solidFill>
                  <a:srgbClr val="000000"/>
                </a:solidFill>
              </a:defRPr>
            </a:lvl3pPr>
            <a:lvl4pPr lvl="3" rtl="0">
              <a:spcBef>
                <a:spcPts val="0"/>
              </a:spcBef>
              <a:spcAft>
                <a:spcPts val="0"/>
              </a:spcAft>
              <a:buNone/>
              <a:defRPr sz="6000">
                <a:solidFill>
                  <a:srgbClr val="000000"/>
                </a:solidFill>
              </a:defRPr>
            </a:lvl4pPr>
            <a:lvl5pPr lvl="4" rtl="0">
              <a:spcBef>
                <a:spcPts val="0"/>
              </a:spcBef>
              <a:spcAft>
                <a:spcPts val="0"/>
              </a:spcAft>
              <a:buNone/>
              <a:defRPr sz="6000">
                <a:solidFill>
                  <a:srgbClr val="000000"/>
                </a:solidFill>
              </a:defRPr>
            </a:lvl5pPr>
            <a:lvl6pPr lvl="5" rtl="0">
              <a:spcBef>
                <a:spcPts val="0"/>
              </a:spcBef>
              <a:spcAft>
                <a:spcPts val="0"/>
              </a:spcAft>
              <a:buNone/>
              <a:defRPr sz="6000">
                <a:solidFill>
                  <a:srgbClr val="000000"/>
                </a:solidFill>
              </a:defRPr>
            </a:lvl6pPr>
            <a:lvl7pPr lvl="6" rtl="0">
              <a:spcBef>
                <a:spcPts val="0"/>
              </a:spcBef>
              <a:spcAft>
                <a:spcPts val="0"/>
              </a:spcAft>
              <a:buNone/>
              <a:defRPr sz="6000">
                <a:solidFill>
                  <a:srgbClr val="000000"/>
                </a:solidFill>
              </a:defRPr>
            </a:lvl7pPr>
            <a:lvl8pPr lvl="7" rtl="0">
              <a:spcBef>
                <a:spcPts val="0"/>
              </a:spcBef>
              <a:spcAft>
                <a:spcPts val="0"/>
              </a:spcAft>
              <a:buNone/>
              <a:defRPr sz="6000">
                <a:solidFill>
                  <a:srgbClr val="000000"/>
                </a:solidFill>
              </a:defRPr>
            </a:lvl8pPr>
            <a:lvl9pPr lvl="8" rtl="0">
              <a:spcBef>
                <a:spcPts val="0"/>
              </a:spcBef>
              <a:spcAft>
                <a:spcPts val="0"/>
              </a:spcAft>
              <a:buNone/>
              <a:defRPr sz="6000">
                <a:solidFill>
                  <a:srgbClr val="000000"/>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Break - Light #2">
  <p:cSld name="CUSTOM_2_1_1_1">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7"/>
          <p:cNvSpPr txBox="1">
            <a:spLocks noGrp="1"/>
          </p:cNvSpPr>
          <p:nvPr>
            <p:ph type="subTitle" idx="1"/>
          </p:nvPr>
        </p:nvSpPr>
        <p:spPr>
          <a:xfrm>
            <a:off x="447775" y="55441"/>
            <a:ext cx="5148900" cy="816300"/>
          </a:xfrm>
          <a:prstGeom prst="rect">
            <a:avLst/>
          </a:prstGeom>
        </p:spPr>
        <p:txBody>
          <a:bodyPr spcFirstLastPara="1" wrap="square" lIns="438900" tIns="91425" rIns="91425" bIns="91425" anchor="ctr" anchorCtr="0">
            <a:noAutofit/>
          </a:bodyPr>
          <a:lstStyle>
            <a:lvl1pPr lvl="0" rtl="0">
              <a:lnSpc>
                <a:spcPct val="100000"/>
              </a:lnSpc>
              <a:spcBef>
                <a:spcPts val="0"/>
              </a:spcBef>
              <a:spcAft>
                <a:spcPts val="0"/>
              </a:spcAft>
              <a:buClr>
                <a:srgbClr val="1D0C35"/>
              </a:buClr>
              <a:buSzPts val="1000"/>
              <a:buFont typeface="Red Hat Text Medium"/>
              <a:buNone/>
              <a:defRPr sz="1000">
                <a:solidFill>
                  <a:srgbClr val="1D0C35"/>
                </a:solidFill>
                <a:latin typeface="Red Hat Text Medium"/>
                <a:ea typeface="Red Hat Text Medium"/>
                <a:cs typeface="Red Hat Text Medium"/>
                <a:sym typeface="Red Hat Text Medium"/>
              </a:defRPr>
            </a:lvl1pPr>
            <a:lvl2pPr lvl="1"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2pPr>
            <a:lvl3pPr lvl="2"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3pPr>
            <a:lvl4pPr lvl="3"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4pPr>
            <a:lvl5pPr lvl="4"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5pPr>
            <a:lvl6pPr lvl="5"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6pPr>
            <a:lvl7pPr lvl="6"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7pPr>
            <a:lvl8pPr lvl="7"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8pPr>
            <a:lvl9pPr lvl="8" rtl="0">
              <a:lnSpc>
                <a:spcPct val="100000"/>
              </a:lnSpc>
              <a:spcBef>
                <a:spcPts val="0"/>
              </a:spcBef>
              <a:spcAft>
                <a:spcPts val="0"/>
              </a:spcAft>
              <a:buSzPts val="1000"/>
              <a:buFont typeface="Red Hat Text Medium"/>
              <a:buNone/>
              <a:defRPr sz="1000">
                <a:latin typeface="Red Hat Text Medium"/>
                <a:ea typeface="Red Hat Text Medium"/>
                <a:cs typeface="Red Hat Text Medium"/>
                <a:sym typeface="Red Hat Text Medium"/>
              </a:defRPr>
            </a:lvl9pPr>
          </a:lstStyle>
          <a:p>
            <a:endParaRPr/>
          </a:p>
        </p:txBody>
      </p:sp>
      <p:sp>
        <p:nvSpPr>
          <p:cNvPr id="33" name="Google Shape;33;p7"/>
          <p:cNvSpPr txBox="1">
            <a:spLocks noGrp="1"/>
          </p:cNvSpPr>
          <p:nvPr>
            <p:ph type="title"/>
          </p:nvPr>
        </p:nvSpPr>
        <p:spPr>
          <a:xfrm>
            <a:off x="447775" y="1084561"/>
            <a:ext cx="6825000" cy="2105100"/>
          </a:xfrm>
          <a:prstGeom prst="rect">
            <a:avLst/>
          </a:prstGeom>
        </p:spPr>
        <p:txBody>
          <a:bodyPr spcFirstLastPara="1" wrap="square" lIns="438900" tIns="91425" rIns="91425" bIns="91425" anchor="t" anchorCtr="0">
            <a:noAutofit/>
          </a:bodyPr>
          <a:lstStyle>
            <a:lvl1pPr lvl="0" rtl="0">
              <a:spcBef>
                <a:spcPts val="0"/>
              </a:spcBef>
              <a:spcAft>
                <a:spcPts val="0"/>
              </a:spcAft>
              <a:buNone/>
              <a:defRPr sz="6000">
                <a:solidFill>
                  <a:schemeClr val="accent1"/>
                </a:solidFill>
              </a:defRPr>
            </a:lvl1pPr>
            <a:lvl2pPr lvl="1" rtl="0">
              <a:spcBef>
                <a:spcPts val="0"/>
              </a:spcBef>
              <a:spcAft>
                <a:spcPts val="0"/>
              </a:spcAft>
              <a:buNone/>
              <a:defRPr sz="6000">
                <a:solidFill>
                  <a:srgbClr val="000000"/>
                </a:solidFill>
              </a:defRPr>
            </a:lvl2pPr>
            <a:lvl3pPr lvl="2" rtl="0">
              <a:spcBef>
                <a:spcPts val="0"/>
              </a:spcBef>
              <a:spcAft>
                <a:spcPts val="0"/>
              </a:spcAft>
              <a:buNone/>
              <a:defRPr sz="6000">
                <a:solidFill>
                  <a:srgbClr val="000000"/>
                </a:solidFill>
              </a:defRPr>
            </a:lvl3pPr>
            <a:lvl4pPr lvl="3" rtl="0">
              <a:spcBef>
                <a:spcPts val="0"/>
              </a:spcBef>
              <a:spcAft>
                <a:spcPts val="0"/>
              </a:spcAft>
              <a:buNone/>
              <a:defRPr sz="6000">
                <a:solidFill>
                  <a:srgbClr val="000000"/>
                </a:solidFill>
              </a:defRPr>
            </a:lvl4pPr>
            <a:lvl5pPr lvl="4" rtl="0">
              <a:spcBef>
                <a:spcPts val="0"/>
              </a:spcBef>
              <a:spcAft>
                <a:spcPts val="0"/>
              </a:spcAft>
              <a:buNone/>
              <a:defRPr sz="6000">
                <a:solidFill>
                  <a:srgbClr val="000000"/>
                </a:solidFill>
              </a:defRPr>
            </a:lvl5pPr>
            <a:lvl6pPr lvl="5" rtl="0">
              <a:spcBef>
                <a:spcPts val="0"/>
              </a:spcBef>
              <a:spcAft>
                <a:spcPts val="0"/>
              </a:spcAft>
              <a:buNone/>
              <a:defRPr sz="6000">
                <a:solidFill>
                  <a:srgbClr val="000000"/>
                </a:solidFill>
              </a:defRPr>
            </a:lvl6pPr>
            <a:lvl7pPr lvl="6" rtl="0">
              <a:spcBef>
                <a:spcPts val="0"/>
              </a:spcBef>
              <a:spcAft>
                <a:spcPts val="0"/>
              </a:spcAft>
              <a:buNone/>
              <a:defRPr sz="6000">
                <a:solidFill>
                  <a:srgbClr val="000000"/>
                </a:solidFill>
              </a:defRPr>
            </a:lvl7pPr>
            <a:lvl8pPr lvl="7" rtl="0">
              <a:spcBef>
                <a:spcPts val="0"/>
              </a:spcBef>
              <a:spcAft>
                <a:spcPts val="0"/>
              </a:spcAft>
              <a:buNone/>
              <a:defRPr sz="6000">
                <a:solidFill>
                  <a:srgbClr val="000000"/>
                </a:solidFill>
              </a:defRPr>
            </a:lvl8pPr>
            <a:lvl9pPr lvl="8" rtl="0">
              <a:spcBef>
                <a:spcPts val="0"/>
              </a:spcBef>
              <a:spcAft>
                <a:spcPts val="0"/>
              </a:spcAft>
              <a:buNone/>
              <a:defRPr sz="6000">
                <a:solidFill>
                  <a:srgbClr val="000000"/>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HS - Summit - Closing Slide - White">
  <p:cSld name="CUSTOM_2_1_1_1_1_1_1_1_2">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10"/>
          <p:cNvSpPr txBox="1"/>
          <p:nvPr/>
        </p:nvSpPr>
        <p:spPr>
          <a:xfrm>
            <a:off x="901292" y="2200350"/>
            <a:ext cx="48942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200">
                <a:solidFill>
                  <a:srgbClr val="1D0C35"/>
                </a:solidFill>
                <a:latin typeface="Red Hat Display"/>
                <a:ea typeface="Red Hat Display"/>
                <a:cs typeface="Red Hat Display"/>
                <a:sym typeface="Red Hat Display"/>
              </a:rPr>
              <a:t>Thank you</a:t>
            </a:r>
            <a:endParaRPr sz="7200">
              <a:solidFill>
                <a:srgbClr val="1D0C35"/>
              </a:solidFill>
              <a:latin typeface="Red Hat Display"/>
              <a:ea typeface="Red Hat Display"/>
              <a:cs typeface="Red Hat Display"/>
              <a:sym typeface="Red Hat Display"/>
            </a:endParaRPr>
          </a:p>
        </p:txBody>
      </p:sp>
      <p:grpSp>
        <p:nvGrpSpPr>
          <p:cNvPr id="42" name="Google Shape;42;p10"/>
          <p:cNvGrpSpPr/>
          <p:nvPr/>
        </p:nvGrpSpPr>
        <p:grpSpPr>
          <a:xfrm>
            <a:off x="1103254" y="4027796"/>
            <a:ext cx="8047411" cy="1050790"/>
            <a:chOff x="1164233" y="4202325"/>
            <a:chExt cx="5715491" cy="746300"/>
          </a:xfrm>
        </p:grpSpPr>
        <p:sp>
          <p:nvSpPr>
            <p:cNvPr id="43" name="Google Shape;43;p10"/>
            <p:cNvSpPr txBox="1"/>
            <p:nvPr/>
          </p:nvSpPr>
          <p:spPr>
            <a:xfrm>
              <a:off x="1407149" y="42023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Display"/>
                  <a:ea typeface="Red Hat Display"/>
                  <a:cs typeface="Red Hat Display"/>
                  <a:sym typeface="Red Hat Display"/>
                </a:rPr>
                <a:t>linkedin.com/company/red-hat</a:t>
              </a:r>
              <a:endParaRPr sz="1690">
                <a:solidFill>
                  <a:srgbClr val="151515"/>
                </a:solidFill>
                <a:latin typeface="Red Hat Display"/>
                <a:ea typeface="Red Hat Display"/>
                <a:cs typeface="Red Hat Display"/>
                <a:sym typeface="Red Hat Display"/>
              </a:endParaRPr>
            </a:p>
          </p:txBody>
        </p:sp>
        <p:sp>
          <p:nvSpPr>
            <p:cNvPr id="44" name="Google Shape;44;p10"/>
            <p:cNvSpPr txBox="1"/>
            <p:nvPr/>
          </p:nvSpPr>
          <p:spPr>
            <a:xfrm>
              <a:off x="1407149" y="47074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Display"/>
                  <a:ea typeface="Red Hat Display"/>
                  <a:cs typeface="Red Hat Display"/>
                  <a:sym typeface="Red Hat Display"/>
                </a:rPr>
                <a:t>instagram.com/red_hat</a:t>
              </a:r>
              <a:endParaRPr sz="1690">
                <a:solidFill>
                  <a:srgbClr val="151515"/>
                </a:solidFill>
                <a:latin typeface="Red Hat Display"/>
                <a:ea typeface="Red Hat Display"/>
                <a:cs typeface="Red Hat Display"/>
                <a:sym typeface="Red Hat Display"/>
              </a:endParaRPr>
            </a:p>
          </p:txBody>
        </p:sp>
        <p:sp>
          <p:nvSpPr>
            <p:cNvPr id="45" name="Google Shape;45;p10"/>
            <p:cNvSpPr txBox="1"/>
            <p:nvPr/>
          </p:nvSpPr>
          <p:spPr>
            <a:xfrm>
              <a:off x="4319224" y="42023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Text"/>
                  <a:ea typeface="Red Hat Text"/>
                  <a:cs typeface="Red Hat Text"/>
                  <a:sym typeface="Red Hat Text"/>
                </a:rPr>
                <a:t>facebook.com/redhat</a:t>
              </a:r>
              <a:endParaRPr sz="1690">
                <a:solidFill>
                  <a:srgbClr val="151515"/>
                </a:solidFill>
                <a:latin typeface="Red Hat Text"/>
                <a:ea typeface="Red Hat Text"/>
                <a:cs typeface="Red Hat Text"/>
                <a:sym typeface="Red Hat Text"/>
              </a:endParaRPr>
            </a:p>
          </p:txBody>
        </p:sp>
        <p:sp>
          <p:nvSpPr>
            <p:cNvPr id="46" name="Google Shape;46;p10"/>
            <p:cNvSpPr txBox="1"/>
            <p:nvPr/>
          </p:nvSpPr>
          <p:spPr>
            <a:xfrm>
              <a:off x="4319224" y="47074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Display"/>
                  <a:ea typeface="Red Hat Display"/>
                  <a:cs typeface="Red Hat Display"/>
                  <a:sym typeface="Red Hat Display"/>
                </a:rPr>
                <a:t>x.com/RedHatSummit</a:t>
              </a:r>
              <a:endParaRPr sz="1690">
                <a:solidFill>
                  <a:srgbClr val="151515"/>
                </a:solidFill>
                <a:latin typeface="Red Hat Display"/>
                <a:ea typeface="Red Hat Display"/>
                <a:cs typeface="Red Hat Display"/>
                <a:sym typeface="Red Hat Display"/>
              </a:endParaRPr>
            </a:p>
          </p:txBody>
        </p:sp>
        <p:pic>
          <p:nvPicPr>
            <p:cNvPr id="47" name="Google Shape;47;p10"/>
            <p:cNvPicPr preferRelativeResize="0"/>
            <p:nvPr/>
          </p:nvPicPr>
          <p:blipFill>
            <a:blip r:embed="rId3">
              <a:alphaModFix/>
            </a:blip>
            <a:stretch>
              <a:fillRect/>
            </a:stretch>
          </p:blipFill>
          <p:spPr>
            <a:xfrm>
              <a:off x="4090158" y="4713468"/>
              <a:ext cx="229074" cy="229074"/>
            </a:xfrm>
            <a:prstGeom prst="rect">
              <a:avLst/>
            </a:prstGeom>
            <a:noFill/>
            <a:ln>
              <a:noFill/>
            </a:ln>
          </p:spPr>
        </p:pic>
        <p:pic>
          <p:nvPicPr>
            <p:cNvPr id="48" name="Google Shape;48;p10"/>
            <p:cNvPicPr preferRelativeResize="0"/>
            <p:nvPr/>
          </p:nvPicPr>
          <p:blipFill>
            <a:blip r:embed="rId4">
              <a:alphaModFix/>
            </a:blip>
            <a:stretch>
              <a:fillRect/>
            </a:stretch>
          </p:blipFill>
          <p:spPr>
            <a:xfrm>
              <a:off x="4090158" y="4208368"/>
              <a:ext cx="229074" cy="229074"/>
            </a:xfrm>
            <a:prstGeom prst="rect">
              <a:avLst/>
            </a:prstGeom>
            <a:noFill/>
            <a:ln>
              <a:noFill/>
            </a:ln>
          </p:spPr>
        </p:pic>
        <p:pic>
          <p:nvPicPr>
            <p:cNvPr id="49" name="Google Shape;49;p10" title="Icon-Social_and_external-Instagram-Square-Black-RGB.png"/>
            <p:cNvPicPr preferRelativeResize="0"/>
            <p:nvPr/>
          </p:nvPicPr>
          <p:blipFill rotWithShape="1">
            <a:blip r:embed="rId5">
              <a:alphaModFix/>
            </a:blip>
            <a:srcRect/>
            <a:stretch/>
          </p:blipFill>
          <p:spPr>
            <a:xfrm>
              <a:off x="1164233" y="4713468"/>
              <a:ext cx="229075" cy="229075"/>
            </a:xfrm>
            <a:prstGeom prst="rect">
              <a:avLst/>
            </a:prstGeom>
            <a:noFill/>
            <a:ln>
              <a:noFill/>
            </a:ln>
          </p:spPr>
        </p:pic>
        <p:pic>
          <p:nvPicPr>
            <p:cNvPr id="50" name="Google Shape;50;p10"/>
            <p:cNvPicPr preferRelativeResize="0"/>
            <p:nvPr/>
          </p:nvPicPr>
          <p:blipFill>
            <a:blip r:embed="rId6">
              <a:alphaModFix/>
            </a:blip>
            <a:stretch>
              <a:fillRect/>
            </a:stretch>
          </p:blipFill>
          <p:spPr>
            <a:xfrm>
              <a:off x="1164233" y="4208368"/>
              <a:ext cx="229075" cy="229075"/>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RHS+AF - Summit - Closing Slide - White">
  <p:cSld name="CUSTOM_2_1_1_1_1_1_1_1_2_1">
    <p:bg>
      <p:bgPr>
        <a:blipFill>
          <a:blip r:embed="rId2">
            <a:alphaModFix/>
          </a:blip>
          <a:stretch>
            <a:fillRect/>
          </a:stretch>
        </a:blipFill>
        <a:effectLst/>
      </p:bgPr>
    </p:bg>
    <p:spTree>
      <p:nvGrpSpPr>
        <p:cNvPr id="1" name="Shape 51"/>
        <p:cNvGrpSpPr/>
        <p:nvPr/>
      </p:nvGrpSpPr>
      <p:grpSpPr>
        <a:xfrm>
          <a:off x="0" y="0"/>
          <a:ext cx="0" cy="0"/>
          <a:chOff x="0" y="0"/>
          <a:chExt cx="0" cy="0"/>
        </a:xfrm>
      </p:grpSpPr>
      <p:sp>
        <p:nvSpPr>
          <p:cNvPr id="52" name="Google Shape;52;p11"/>
          <p:cNvSpPr txBox="1"/>
          <p:nvPr/>
        </p:nvSpPr>
        <p:spPr>
          <a:xfrm>
            <a:off x="901292" y="2200350"/>
            <a:ext cx="48942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200">
                <a:solidFill>
                  <a:srgbClr val="1D0C35"/>
                </a:solidFill>
                <a:latin typeface="Red Hat Display"/>
                <a:ea typeface="Red Hat Display"/>
                <a:cs typeface="Red Hat Display"/>
                <a:sym typeface="Red Hat Display"/>
              </a:rPr>
              <a:t>Thank you</a:t>
            </a:r>
            <a:endParaRPr sz="7200">
              <a:solidFill>
                <a:srgbClr val="1D0C35"/>
              </a:solidFill>
              <a:latin typeface="Red Hat Display"/>
              <a:ea typeface="Red Hat Display"/>
              <a:cs typeface="Red Hat Display"/>
              <a:sym typeface="Red Hat Display"/>
            </a:endParaRPr>
          </a:p>
        </p:txBody>
      </p:sp>
      <p:grpSp>
        <p:nvGrpSpPr>
          <p:cNvPr id="53" name="Google Shape;53;p11"/>
          <p:cNvGrpSpPr/>
          <p:nvPr/>
        </p:nvGrpSpPr>
        <p:grpSpPr>
          <a:xfrm>
            <a:off x="1103254" y="4027796"/>
            <a:ext cx="8047411" cy="1050790"/>
            <a:chOff x="1164233" y="4202325"/>
            <a:chExt cx="5715491" cy="746300"/>
          </a:xfrm>
        </p:grpSpPr>
        <p:sp>
          <p:nvSpPr>
            <p:cNvPr id="54" name="Google Shape;54;p11"/>
            <p:cNvSpPr txBox="1"/>
            <p:nvPr/>
          </p:nvSpPr>
          <p:spPr>
            <a:xfrm>
              <a:off x="1407149" y="42023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Display"/>
                  <a:ea typeface="Red Hat Display"/>
                  <a:cs typeface="Red Hat Display"/>
                  <a:sym typeface="Red Hat Display"/>
                </a:rPr>
                <a:t>linkedin.com/company/red-hat</a:t>
              </a:r>
              <a:endParaRPr sz="1690">
                <a:solidFill>
                  <a:srgbClr val="151515"/>
                </a:solidFill>
                <a:latin typeface="Red Hat Display"/>
                <a:ea typeface="Red Hat Display"/>
                <a:cs typeface="Red Hat Display"/>
                <a:sym typeface="Red Hat Display"/>
              </a:endParaRPr>
            </a:p>
          </p:txBody>
        </p:sp>
        <p:sp>
          <p:nvSpPr>
            <p:cNvPr id="55" name="Google Shape;55;p11"/>
            <p:cNvSpPr txBox="1"/>
            <p:nvPr/>
          </p:nvSpPr>
          <p:spPr>
            <a:xfrm>
              <a:off x="1407149" y="47074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Display"/>
                  <a:ea typeface="Red Hat Display"/>
                  <a:cs typeface="Red Hat Display"/>
                  <a:sym typeface="Red Hat Display"/>
                </a:rPr>
                <a:t>instagram.com/red_hat</a:t>
              </a:r>
              <a:endParaRPr sz="1690">
                <a:solidFill>
                  <a:srgbClr val="151515"/>
                </a:solidFill>
                <a:latin typeface="Red Hat Display"/>
                <a:ea typeface="Red Hat Display"/>
                <a:cs typeface="Red Hat Display"/>
                <a:sym typeface="Red Hat Display"/>
              </a:endParaRPr>
            </a:p>
          </p:txBody>
        </p:sp>
        <p:sp>
          <p:nvSpPr>
            <p:cNvPr id="56" name="Google Shape;56;p11"/>
            <p:cNvSpPr txBox="1"/>
            <p:nvPr/>
          </p:nvSpPr>
          <p:spPr>
            <a:xfrm>
              <a:off x="4319224" y="42023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Text"/>
                  <a:ea typeface="Red Hat Text"/>
                  <a:cs typeface="Red Hat Text"/>
                  <a:sym typeface="Red Hat Text"/>
                </a:rPr>
                <a:t>facebook.com/redhat</a:t>
              </a:r>
              <a:endParaRPr sz="1690">
                <a:solidFill>
                  <a:srgbClr val="151515"/>
                </a:solidFill>
                <a:latin typeface="Red Hat Text"/>
                <a:ea typeface="Red Hat Text"/>
                <a:cs typeface="Red Hat Text"/>
                <a:sym typeface="Red Hat Text"/>
              </a:endParaRPr>
            </a:p>
          </p:txBody>
        </p:sp>
        <p:sp>
          <p:nvSpPr>
            <p:cNvPr id="57" name="Google Shape;57;p11"/>
            <p:cNvSpPr txBox="1"/>
            <p:nvPr/>
          </p:nvSpPr>
          <p:spPr>
            <a:xfrm>
              <a:off x="4319224" y="4707425"/>
              <a:ext cx="2560500" cy="241200"/>
            </a:xfrm>
            <a:prstGeom prst="rect">
              <a:avLst/>
            </a:prstGeom>
            <a:noFill/>
            <a:ln>
              <a:noFill/>
            </a:ln>
          </p:spPr>
          <p:txBody>
            <a:bodyPr spcFirstLastPara="1" wrap="square" lIns="128725" tIns="128725" rIns="128725" bIns="128725" anchor="ctr" anchorCtr="0">
              <a:noAutofit/>
            </a:bodyPr>
            <a:lstStyle/>
            <a:p>
              <a:pPr marL="0" lvl="0" indent="0" algn="l" rtl="0">
                <a:spcBef>
                  <a:spcPts val="0"/>
                </a:spcBef>
                <a:spcAft>
                  <a:spcPts val="0"/>
                </a:spcAft>
                <a:buNone/>
              </a:pPr>
              <a:r>
                <a:rPr lang="en" sz="1690">
                  <a:solidFill>
                    <a:srgbClr val="151515"/>
                  </a:solidFill>
                  <a:latin typeface="Red Hat Display"/>
                  <a:ea typeface="Red Hat Display"/>
                  <a:cs typeface="Red Hat Display"/>
                  <a:sym typeface="Red Hat Display"/>
                </a:rPr>
                <a:t>x.com/RedHatSummit</a:t>
              </a:r>
              <a:endParaRPr sz="1690">
                <a:solidFill>
                  <a:srgbClr val="151515"/>
                </a:solidFill>
                <a:latin typeface="Red Hat Display"/>
                <a:ea typeface="Red Hat Display"/>
                <a:cs typeface="Red Hat Display"/>
                <a:sym typeface="Red Hat Display"/>
              </a:endParaRPr>
            </a:p>
          </p:txBody>
        </p:sp>
        <p:pic>
          <p:nvPicPr>
            <p:cNvPr id="58" name="Google Shape;58;p11"/>
            <p:cNvPicPr preferRelativeResize="0"/>
            <p:nvPr/>
          </p:nvPicPr>
          <p:blipFill>
            <a:blip r:embed="rId3">
              <a:alphaModFix/>
            </a:blip>
            <a:stretch>
              <a:fillRect/>
            </a:stretch>
          </p:blipFill>
          <p:spPr>
            <a:xfrm>
              <a:off x="4090158" y="4713468"/>
              <a:ext cx="229074" cy="229074"/>
            </a:xfrm>
            <a:prstGeom prst="rect">
              <a:avLst/>
            </a:prstGeom>
            <a:noFill/>
            <a:ln>
              <a:noFill/>
            </a:ln>
          </p:spPr>
        </p:pic>
        <p:pic>
          <p:nvPicPr>
            <p:cNvPr id="59" name="Google Shape;59;p11"/>
            <p:cNvPicPr preferRelativeResize="0"/>
            <p:nvPr/>
          </p:nvPicPr>
          <p:blipFill>
            <a:blip r:embed="rId4">
              <a:alphaModFix/>
            </a:blip>
            <a:stretch>
              <a:fillRect/>
            </a:stretch>
          </p:blipFill>
          <p:spPr>
            <a:xfrm>
              <a:off x="4090158" y="4208368"/>
              <a:ext cx="229074" cy="229074"/>
            </a:xfrm>
            <a:prstGeom prst="rect">
              <a:avLst/>
            </a:prstGeom>
            <a:noFill/>
            <a:ln>
              <a:noFill/>
            </a:ln>
          </p:spPr>
        </p:pic>
        <p:pic>
          <p:nvPicPr>
            <p:cNvPr id="60" name="Google Shape;60;p11" title="Icon-Social_and_external-Instagram-Square-Black-RGB.png"/>
            <p:cNvPicPr preferRelativeResize="0"/>
            <p:nvPr/>
          </p:nvPicPr>
          <p:blipFill rotWithShape="1">
            <a:blip r:embed="rId5">
              <a:alphaModFix/>
            </a:blip>
            <a:srcRect/>
            <a:stretch/>
          </p:blipFill>
          <p:spPr>
            <a:xfrm>
              <a:off x="1164233" y="4713468"/>
              <a:ext cx="229075" cy="229075"/>
            </a:xfrm>
            <a:prstGeom prst="rect">
              <a:avLst/>
            </a:prstGeom>
            <a:noFill/>
            <a:ln>
              <a:noFill/>
            </a:ln>
          </p:spPr>
        </p:pic>
        <p:pic>
          <p:nvPicPr>
            <p:cNvPr id="61" name="Google Shape;61;p11"/>
            <p:cNvPicPr preferRelativeResize="0"/>
            <p:nvPr/>
          </p:nvPicPr>
          <p:blipFill>
            <a:blip r:embed="rId6">
              <a:alphaModFix/>
            </a:blip>
            <a:stretch>
              <a:fillRect/>
            </a:stretch>
          </p:blipFill>
          <p:spPr>
            <a:xfrm>
              <a:off x="1164233" y="4208368"/>
              <a:ext cx="229075" cy="229075"/>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RHS+AF - Summit - Closing Slide - Blue &amp; Red">
  <p:cSld name="CUSTOM_2_1_1_1_1_1_1_1_1_1_2_2_1">
    <p:bg>
      <p:bgPr>
        <a:blipFill>
          <a:blip r:embed="rId2">
            <a:alphaModFix/>
          </a:blip>
          <a:stretch>
            <a:fillRect/>
          </a:stretch>
        </a:blipFill>
        <a:effectLst/>
      </p:bgPr>
    </p:bg>
    <p:spTree>
      <p:nvGrpSpPr>
        <p:cNvPr id="1" name="Shape 75"/>
        <p:cNvGrpSpPr/>
        <p:nvPr/>
      </p:nvGrpSpPr>
      <p:grpSpPr>
        <a:xfrm>
          <a:off x="0" y="0"/>
          <a:ext cx="0" cy="0"/>
          <a:chOff x="0" y="0"/>
          <a:chExt cx="0" cy="0"/>
        </a:xfrm>
      </p:grpSpPr>
      <p:sp>
        <p:nvSpPr>
          <p:cNvPr id="76" name="Google Shape;76;p13"/>
          <p:cNvSpPr txBox="1"/>
          <p:nvPr/>
        </p:nvSpPr>
        <p:spPr>
          <a:xfrm>
            <a:off x="901292" y="2200350"/>
            <a:ext cx="48942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200">
                <a:solidFill>
                  <a:schemeClr val="lt1"/>
                </a:solidFill>
                <a:latin typeface="Red Hat Display"/>
                <a:ea typeface="Red Hat Display"/>
                <a:cs typeface="Red Hat Display"/>
                <a:sym typeface="Red Hat Display"/>
              </a:rPr>
              <a:t>Thank you</a:t>
            </a:r>
            <a:endParaRPr sz="7200">
              <a:solidFill>
                <a:schemeClr val="lt1"/>
              </a:solidFill>
              <a:latin typeface="Red Hat Display"/>
              <a:ea typeface="Red Hat Display"/>
              <a:cs typeface="Red Hat Display"/>
              <a:sym typeface="Red Hat Display"/>
            </a:endParaRPr>
          </a:p>
        </p:txBody>
      </p:sp>
      <p:grpSp>
        <p:nvGrpSpPr>
          <p:cNvPr id="77" name="Google Shape;77;p13"/>
          <p:cNvGrpSpPr/>
          <p:nvPr/>
        </p:nvGrpSpPr>
        <p:grpSpPr>
          <a:xfrm>
            <a:off x="1103274" y="4037496"/>
            <a:ext cx="7973682" cy="1041163"/>
            <a:chOff x="1012520" y="4049925"/>
            <a:chExt cx="5715491" cy="746300"/>
          </a:xfrm>
        </p:grpSpPr>
        <p:sp>
          <p:nvSpPr>
            <p:cNvPr id="78" name="Google Shape;78;p13"/>
            <p:cNvSpPr txBox="1"/>
            <p:nvPr/>
          </p:nvSpPr>
          <p:spPr>
            <a:xfrm>
              <a:off x="1255436" y="4049925"/>
              <a:ext cx="2560500" cy="241200"/>
            </a:xfrm>
            <a:prstGeom prst="rect">
              <a:avLst/>
            </a:prstGeom>
            <a:noFill/>
            <a:ln>
              <a:noFill/>
            </a:ln>
          </p:spPr>
          <p:txBody>
            <a:bodyPr spcFirstLastPara="1" wrap="square" lIns="127550" tIns="127550" rIns="127550" bIns="127550" anchor="ctr" anchorCtr="0">
              <a:noAutofit/>
            </a:bodyPr>
            <a:lstStyle/>
            <a:p>
              <a:pPr marL="0" lvl="0" indent="0" algn="l" rtl="0">
                <a:spcBef>
                  <a:spcPts val="0"/>
                </a:spcBef>
                <a:spcAft>
                  <a:spcPts val="0"/>
                </a:spcAft>
                <a:buNone/>
              </a:pPr>
              <a:r>
                <a:rPr lang="en" sz="1674">
                  <a:solidFill>
                    <a:srgbClr val="FFFFFF"/>
                  </a:solidFill>
                  <a:latin typeface="Red Hat Display"/>
                  <a:ea typeface="Red Hat Display"/>
                  <a:cs typeface="Red Hat Display"/>
                  <a:sym typeface="Red Hat Display"/>
                </a:rPr>
                <a:t>linkedin.com/company/red-hat</a:t>
              </a:r>
              <a:endParaRPr sz="1674">
                <a:solidFill>
                  <a:srgbClr val="FFFFFF"/>
                </a:solidFill>
                <a:latin typeface="Red Hat Display"/>
                <a:ea typeface="Red Hat Display"/>
                <a:cs typeface="Red Hat Display"/>
                <a:sym typeface="Red Hat Display"/>
              </a:endParaRPr>
            </a:p>
          </p:txBody>
        </p:sp>
        <p:sp>
          <p:nvSpPr>
            <p:cNvPr id="79" name="Google Shape;79;p13"/>
            <p:cNvSpPr txBox="1"/>
            <p:nvPr/>
          </p:nvSpPr>
          <p:spPr>
            <a:xfrm>
              <a:off x="1255436" y="4555025"/>
              <a:ext cx="2560500" cy="241200"/>
            </a:xfrm>
            <a:prstGeom prst="rect">
              <a:avLst/>
            </a:prstGeom>
            <a:noFill/>
            <a:ln>
              <a:noFill/>
            </a:ln>
          </p:spPr>
          <p:txBody>
            <a:bodyPr spcFirstLastPara="1" wrap="square" lIns="127550" tIns="127550" rIns="127550" bIns="127550" anchor="ctr" anchorCtr="0">
              <a:noAutofit/>
            </a:bodyPr>
            <a:lstStyle/>
            <a:p>
              <a:pPr marL="0" lvl="0" indent="0" algn="l" rtl="0">
                <a:spcBef>
                  <a:spcPts val="0"/>
                </a:spcBef>
                <a:spcAft>
                  <a:spcPts val="0"/>
                </a:spcAft>
                <a:buNone/>
              </a:pPr>
              <a:r>
                <a:rPr lang="en" sz="1674">
                  <a:solidFill>
                    <a:srgbClr val="FFFFFF"/>
                  </a:solidFill>
                  <a:latin typeface="Red Hat Display"/>
                  <a:ea typeface="Red Hat Display"/>
                  <a:cs typeface="Red Hat Display"/>
                  <a:sym typeface="Red Hat Display"/>
                </a:rPr>
                <a:t>instagram.com/red_hat</a:t>
              </a:r>
              <a:endParaRPr sz="1674">
                <a:solidFill>
                  <a:srgbClr val="FFFFFF"/>
                </a:solidFill>
                <a:latin typeface="Red Hat Display"/>
                <a:ea typeface="Red Hat Display"/>
                <a:cs typeface="Red Hat Display"/>
                <a:sym typeface="Red Hat Display"/>
              </a:endParaRPr>
            </a:p>
          </p:txBody>
        </p:sp>
        <p:sp>
          <p:nvSpPr>
            <p:cNvPr id="80" name="Google Shape;80;p13"/>
            <p:cNvSpPr txBox="1"/>
            <p:nvPr/>
          </p:nvSpPr>
          <p:spPr>
            <a:xfrm>
              <a:off x="4167511" y="4049925"/>
              <a:ext cx="2560500" cy="241200"/>
            </a:xfrm>
            <a:prstGeom prst="rect">
              <a:avLst/>
            </a:prstGeom>
            <a:noFill/>
            <a:ln>
              <a:noFill/>
            </a:ln>
          </p:spPr>
          <p:txBody>
            <a:bodyPr spcFirstLastPara="1" wrap="square" lIns="127550" tIns="127550" rIns="127550" bIns="127550" anchor="ctr" anchorCtr="0">
              <a:noAutofit/>
            </a:bodyPr>
            <a:lstStyle/>
            <a:p>
              <a:pPr marL="0" lvl="0" indent="0" algn="l" rtl="0">
                <a:spcBef>
                  <a:spcPts val="0"/>
                </a:spcBef>
                <a:spcAft>
                  <a:spcPts val="0"/>
                </a:spcAft>
                <a:buNone/>
              </a:pPr>
              <a:r>
                <a:rPr lang="en" sz="1674">
                  <a:solidFill>
                    <a:srgbClr val="FFFFFF"/>
                  </a:solidFill>
                  <a:latin typeface="Red Hat Text"/>
                  <a:ea typeface="Red Hat Text"/>
                  <a:cs typeface="Red Hat Text"/>
                  <a:sym typeface="Red Hat Text"/>
                </a:rPr>
                <a:t>facebook.com/redhat</a:t>
              </a:r>
              <a:endParaRPr sz="1674">
                <a:solidFill>
                  <a:srgbClr val="FFFFFF"/>
                </a:solidFill>
                <a:latin typeface="Red Hat Text"/>
                <a:ea typeface="Red Hat Text"/>
                <a:cs typeface="Red Hat Text"/>
                <a:sym typeface="Red Hat Text"/>
              </a:endParaRPr>
            </a:p>
          </p:txBody>
        </p:sp>
        <p:sp>
          <p:nvSpPr>
            <p:cNvPr id="81" name="Google Shape;81;p13"/>
            <p:cNvSpPr txBox="1"/>
            <p:nvPr/>
          </p:nvSpPr>
          <p:spPr>
            <a:xfrm>
              <a:off x="4167511" y="4555025"/>
              <a:ext cx="2560500" cy="241200"/>
            </a:xfrm>
            <a:prstGeom prst="rect">
              <a:avLst/>
            </a:prstGeom>
            <a:noFill/>
            <a:ln>
              <a:noFill/>
            </a:ln>
          </p:spPr>
          <p:txBody>
            <a:bodyPr spcFirstLastPara="1" wrap="square" lIns="127550" tIns="127550" rIns="127550" bIns="127550" anchor="ctr" anchorCtr="0">
              <a:noAutofit/>
            </a:bodyPr>
            <a:lstStyle/>
            <a:p>
              <a:pPr marL="0" lvl="0" indent="0" algn="l" rtl="0">
                <a:spcBef>
                  <a:spcPts val="0"/>
                </a:spcBef>
                <a:spcAft>
                  <a:spcPts val="0"/>
                </a:spcAft>
                <a:buNone/>
              </a:pPr>
              <a:r>
                <a:rPr lang="en" sz="1674">
                  <a:solidFill>
                    <a:srgbClr val="FFFFFF"/>
                  </a:solidFill>
                  <a:latin typeface="Red Hat Display"/>
                  <a:ea typeface="Red Hat Display"/>
                  <a:cs typeface="Red Hat Display"/>
                  <a:sym typeface="Red Hat Display"/>
                </a:rPr>
                <a:t>x.com/RedHatSummit</a:t>
              </a:r>
              <a:endParaRPr sz="1674">
                <a:solidFill>
                  <a:srgbClr val="FFFFFF"/>
                </a:solidFill>
                <a:latin typeface="Red Hat Display"/>
                <a:ea typeface="Red Hat Display"/>
                <a:cs typeface="Red Hat Display"/>
                <a:sym typeface="Red Hat Display"/>
              </a:endParaRPr>
            </a:p>
          </p:txBody>
        </p:sp>
        <p:pic>
          <p:nvPicPr>
            <p:cNvPr id="82" name="Google Shape;82;p13"/>
            <p:cNvPicPr preferRelativeResize="0"/>
            <p:nvPr/>
          </p:nvPicPr>
          <p:blipFill>
            <a:blip r:embed="rId3">
              <a:alphaModFix/>
            </a:blip>
            <a:stretch>
              <a:fillRect/>
            </a:stretch>
          </p:blipFill>
          <p:spPr>
            <a:xfrm>
              <a:off x="3938445" y="4561068"/>
              <a:ext cx="229074" cy="229074"/>
            </a:xfrm>
            <a:prstGeom prst="rect">
              <a:avLst/>
            </a:prstGeom>
            <a:noFill/>
            <a:ln>
              <a:noFill/>
            </a:ln>
          </p:spPr>
        </p:pic>
        <p:pic>
          <p:nvPicPr>
            <p:cNvPr id="83" name="Google Shape;83;p13"/>
            <p:cNvPicPr preferRelativeResize="0"/>
            <p:nvPr/>
          </p:nvPicPr>
          <p:blipFill>
            <a:blip r:embed="rId4">
              <a:alphaModFix/>
            </a:blip>
            <a:stretch>
              <a:fillRect/>
            </a:stretch>
          </p:blipFill>
          <p:spPr>
            <a:xfrm>
              <a:off x="3938445" y="4055968"/>
              <a:ext cx="229074" cy="229074"/>
            </a:xfrm>
            <a:prstGeom prst="rect">
              <a:avLst/>
            </a:prstGeom>
            <a:noFill/>
            <a:ln>
              <a:noFill/>
            </a:ln>
          </p:spPr>
        </p:pic>
        <p:pic>
          <p:nvPicPr>
            <p:cNvPr id="84" name="Google Shape;84;p13" title="Icon-Social_and_external-Instagram-Square-White-RGB.png"/>
            <p:cNvPicPr preferRelativeResize="0"/>
            <p:nvPr/>
          </p:nvPicPr>
          <p:blipFill rotWithShape="1">
            <a:blip r:embed="rId5">
              <a:alphaModFix/>
            </a:blip>
            <a:srcRect/>
            <a:stretch/>
          </p:blipFill>
          <p:spPr>
            <a:xfrm>
              <a:off x="1012520" y="4561068"/>
              <a:ext cx="229075" cy="229075"/>
            </a:xfrm>
            <a:prstGeom prst="rect">
              <a:avLst/>
            </a:prstGeom>
            <a:noFill/>
            <a:ln>
              <a:noFill/>
            </a:ln>
          </p:spPr>
        </p:pic>
        <p:pic>
          <p:nvPicPr>
            <p:cNvPr id="85" name="Google Shape;85;p13"/>
            <p:cNvPicPr preferRelativeResize="0"/>
            <p:nvPr/>
          </p:nvPicPr>
          <p:blipFill>
            <a:blip r:embed="rId6">
              <a:alphaModFix/>
            </a:blip>
            <a:stretch>
              <a:fillRect/>
            </a:stretch>
          </p:blipFill>
          <p:spPr>
            <a:xfrm>
              <a:off x="1012520" y="4055968"/>
              <a:ext cx="229075" cy="229075"/>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Slide #1">
  <p:cSld name="CUSTOM_4_18">
    <p:spTree>
      <p:nvGrpSpPr>
        <p:cNvPr id="1" name="Shape 86"/>
        <p:cNvGrpSpPr/>
        <p:nvPr/>
      </p:nvGrpSpPr>
      <p:grpSpPr>
        <a:xfrm>
          <a:off x="0" y="0"/>
          <a:ext cx="0" cy="0"/>
          <a:chOff x="0" y="0"/>
          <a:chExt cx="0" cy="0"/>
        </a:xfrm>
      </p:grpSpPr>
      <p:sp>
        <p:nvSpPr>
          <p:cNvPr id="87" name="Google Shape;87;p14"/>
          <p:cNvSpPr txBox="1">
            <a:spLocks noGrp="1"/>
          </p:cNvSpPr>
          <p:nvPr>
            <p:ph type="subTitle" idx="1"/>
          </p:nvPr>
        </p:nvSpPr>
        <p:spPr>
          <a:xfrm>
            <a:off x="447775" y="55441"/>
            <a:ext cx="5148900" cy="816300"/>
          </a:xfrm>
          <a:prstGeom prst="rect">
            <a:avLst/>
          </a:prstGeom>
        </p:spPr>
        <p:txBody>
          <a:bodyPr spcFirstLastPara="1" wrap="square" lIns="438900" tIns="91425" rIns="91425" bIns="91425" anchor="ctr" anchorCtr="0">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a:endParaRPr/>
          </a:p>
        </p:txBody>
      </p:sp>
      <p:cxnSp>
        <p:nvCxnSpPr>
          <p:cNvPr id="88" name="Google Shape;88;p14"/>
          <p:cNvCxnSpPr/>
          <p:nvPr/>
        </p:nvCxnSpPr>
        <p:spPr>
          <a:xfrm rot="10800000">
            <a:off x="447775" y="100"/>
            <a:ext cx="0" cy="886500"/>
          </a:xfrm>
          <a:prstGeom prst="straightConnector1">
            <a:avLst/>
          </a:prstGeom>
          <a:noFill/>
          <a:ln w="9525" cap="flat" cmpd="sng">
            <a:solidFill>
              <a:schemeClr val="accent1"/>
            </a:solidFill>
            <a:prstDash val="solid"/>
            <a:round/>
            <a:headEnd type="none" w="med" len="med"/>
            <a:tailEnd type="none" w="med" len="med"/>
          </a:ln>
        </p:spPr>
      </p:cxnSp>
      <p:cxnSp>
        <p:nvCxnSpPr>
          <p:cNvPr id="89" name="Google Shape;89;p14"/>
          <p:cNvCxnSpPr/>
          <p:nvPr/>
        </p:nvCxnSpPr>
        <p:spPr>
          <a:xfrm rot="10800000">
            <a:off x="447767" y="6401400"/>
            <a:ext cx="0" cy="456600"/>
          </a:xfrm>
          <a:prstGeom prst="straightConnector1">
            <a:avLst/>
          </a:prstGeom>
          <a:noFill/>
          <a:ln w="9525" cap="flat" cmpd="sng">
            <a:solidFill>
              <a:schemeClr val="accent1"/>
            </a:solidFill>
            <a:prstDash val="solid"/>
            <a:round/>
            <a:headEnd type="none" w="med" len="med"/>
            <a:tailEnd type="none" w="med" len="med"/>
          </a:ln>
        </p:spPr>
      </p:cxnSp>
      <p:sp>
        <p:nvSpPr>
          <p:cNvPr id="90" name="Google Shape;90;p14"/>
          <p:cNvSpPr txBox="1">
            <a:spLocks noGrp="1"/>
          </p:cNvSpPr>
          <p:nvPr>
            <p:ph type="sldNum" idx="12"/>
          </p:nvPr>
        </p:nvSpPr>
        <p:spPr>
          <a:xfrm>
            <a:off x="81975" y="6169556"/>
            <a:ext cx="731700" cy="143700"/>
          </a:xfrm>
          <a:prstGeom prst="rect">
            <a:avLst/>
          </a:prstGeom>
          <a:noFill/>
          <a:ln>
            <a:noFill/>
          </a:ln>
        </p:spPr>
        <p:txBody>
          <a:bodyPr spcFirstLastPara="1" wrap="square" lIns="0" tIns="0" rIns="0" bIns="0" anchor="b" anchorCtr="0">
            <a:noAutofit/>
          </a:bodyPr>
          <a:lstStyle>
            <a:lvl1pPr lvl="0" algn="ctr" rtl="0">
              <a:buNone/>
              <a:defRPr sz="800">
                <a:solidFill>
                  <a:srgbClr val="1D0C35"/>
                </a:solidFill>
                <a:latin typeface="Red Hat Text Medium"/>
                <a:ea typeface="Red Hat Text Medium"/>
                <a:cs typeface="Red Hat Text Medium"/>
                <a:sym typeface="Red Hat Text Medium"/>
              </a:defRPr>
            </a:lvl1pPr>
            <a:lvl2pPr lvl="1" algn="ctr" rtl="0">
              <a:buNone/>
              <a:defRPr sz="800">
                <a:solidFill>
                  <a:srgbClr val="1D0C35"/>
                </a:solidFill>
                <a:latin typeface="Red Hat Text Medium"/>
                <a:ea typeface="Red Hat Text Medium"/>
                <a:cs typeface="Red Hat Text Medium"/>
                <a:sym typeface="Red Hat Text Medium"/>
              </a:defRPr>
            </a:lvl2pPr>
            <a:lvl3pPr lvl="2" algn="ctr" rtl="0">
              <a:buNone/>
              <a:defRPr sz="800">
                <a:solidFill>
                  <a:srgbClr val="1D0C35"/>
                </a:solidFill>
                <a:latin typeface="Red Hat Text Medium"/>
                <a:ea typeface="Red Hat Text Medium"/>
                <a:cs typeface="Red Hat Text Medium"/>
                <a:sym typeface="Red Hat Text Medium"/>
              </a:defRPr>
            </a:lvl3pPr>
            <a:lvl4pPr lvl="3" algn="ctr" rtl="0">
              <a:buNone/>
              <a:defRPr sz="800">
                <a:solidFill>
                  <a:srgbClr val="1D0C35"/>
                </a:solidFill>
                <a:latin typeface="Red Hat Text Medium"/>
                <a:ea typeface="Red Hat Text Medium"/>
                <a:cs typeface="Red Hat Text Medium"/>
                <a:sym typeface="Red Hat Text Medium"/>
              </a:defRPr>
            </a:lvl4pPr>
            <a:lvl5pPr lvl="4" algn="ctr" rtl="0">
              <a:buNone/>
              <a:defRPr sz="800">
                <a:solidFill>
                  <a:srgbClr val="1D0C35"/>
                </a:solidFill>
                <a:latin typeface="Red Hat Text Medium"/>
                <a:ea typeface="Red Hat Text Medium"/>
                <a:cs typeface="Red Hat Text Medium"/>
                <a:sym typeface="Red Hat Text Medium"/>
              </a:defRPr>
            </a:lvl5pPr>
            <a:lvl6pPr lvl="5" algn="ctr" rtl="0">
              <a:buNone/>
              <a:defRPr sz="800">
                <a:solidFill>
                  <a:srgbClr val="1D0C35"/>
                </a:solidFill>
                <a:latin typeface="Red Hat Text Medium"/>
                <a:ea typeface="Red Hat Text Medium"/>
                <a:cs typeface="Red Hat Text Medium"/>
                <a:sym typeface="Red Hat Text Medium"/>
              </a:defRPr>
            </a:lvl6pPr>
            <a:lvl7pPr lvl="6" algn="ctr" rtl="0">
              <a:buNone/>
              <a:defRPr sz="800">
                <a:solidFill>
                  <a:srgbClr val="1D0C35"/>
                </a:solidFill>
                <a:latin typeface="Red Hat Text Medium"/>
                <a:ea typeface="Red Hat Text Medium"/>
                <a:cs typeface="Red Hat Text Medium"/>
                <a:sym typeface="Red Hat Text Medium"/>
              </a:defRPr>
            </a:lvl7pPr>
            <a:lvl8pPr lvl="7" algn="ctr" rtl="0">
              <a:buNone/>
              <a:defRPr sz="800">
                <a:solidFill>
                  <a:srgbClr val="1D0C35"/>
                </a:solidFill>
                <a:latin typeface="Red Hat Text Medium"/>
                <a:ea typeface="Red Hat Text Medium"/>
                <a:cs typeface="Red Hat Text Medium"/>
                <a:sym typeface="Red Hat Text Medium"/>
              </a:defRPr>
            </a:lvl8pPr>
            <a:lvl9pPr lvl="8" algn="ctr" rtl="0">
              <a:buNone/>
              <a:defRPr sz="800">
                <a:solidFill>
                  <a:srgbClr val="1D0C35"/>
                </a:solidFill>
                <a:latin typeface="Red Hat Text Medium"/>
                <a:ea typeface="Red Hat Text Medium"/>
                <a:cs typeface="Red Hat Text Medium"/>
                <a:sym typeface="Red Hat Text Medium"/>
              </a:defRPr>
            </a:lvl9pPr>
          </a:lstStyle>
          <a:p>
            <a:pPr marL="0" lvl="0" indent="0" algn="ctr" rtl="0">
              <a:spcBef>
                <a:spcPts val="0"/>
              </a:spcBef>
              <a:spcAft>
                <a:spcPts val="0"/>
              </a:spcAft>
              <a:buNone/>
            </a:pPr>
            <a:fld id="{00000000-1234-1234-1234-123412341234}" type="slidenum">
              <a:rPr lang="en"/>
              <a:t>‹#›</a:t>
            </a:fld>
            <a:endParaRPr/>
          </a:p>
        </p:txBody>
      </p:sp>
      <p:pic>
        <p:nvPicPr>
          <p:cNvPr id="91" name="Google Shape;91;p14"/>
          <p:cNvPicPr preferRelativeResize="0"/>
          <p:nvPr/>
        </p:nvPicPr>
        <p:blipFill rotWithShape="1">
          <a:blip r:embed="rId2">
            <a:alphaModFix/>
          </a:blip>
          <a:srcRect t="328" b="318"/>
          <a:stretch/>
        </p:blipFill>
        <p:spPr>
          <a:xfrm>
            <a:off x="10711279" y="6313250"/>
            <a:ext cx="975850" cy="228121"/>
          </a:xfrm>
          <a:prstGeom prst="rect">
            <a:avLst/>
          </a:prstGeom>
          <a:noFill/>
          <a:ln>
            <a:noFill/>
          </a:ln>
        </p:spPr>
      </p:pic>
      <p:sp>
        <p:nvSpPr>
          <p:cNvPr id="92" name="Google Shape;92;p14"/>
          <p:cNvSpPr txBox="1">
            <a:spLocks noGrp="1"/>
          </p:cNvSpPr>
          <p:nvPr>
            <p:ph type="subTitle" idx="2"/>
          </p:nvPr>
        </p:nvSpPr>
        <p:spPr>
          <a:xfrm>
            <a:off x="885050" y="6169550"/>
            <a:ext cx="8002500" cy="559800"/>
          </a:xfrm>
          <a:prstGeom prst="rect">
            <a:avLst/>
          </a:prstGeom>
        </p:spPr>
        <p:txBody>
          <a:bodyPr spcFirstLastPara="1" wrap="square" lIns="0" tIns="0" rIns="0" bIns="0" anchor="b" anchorCtr="0">
            <a:noAutofit/>
          </a:bodyPr>
          <a:lstStyle>
            <a:lvl1pPr lvl="0" rtl="0">
              <a:lnSpc>
                <a:spcPct val="115000"/>
              </a:lnSpc>
              <a:spcBef>
                <a:spcPts val="0"/>
              </a:spcBef>
              <a:spcAft>
                <a:spcPts val="0"/>
              </a:spcAft>
              <a:buNone/>
              <a:defRPr sz="800">
                <a:solidFill>
                  <a:srgbClr val="1D0C35"/>
                </a:solidFill>
              </a:defRPr>
            </a:lvl1pPr>
            <a:lvl2pPr lvl="1" rtl="0">
              <a:lnSpc>
                <a:spcPct val="115000"/>
              </a:lnSpc>
              <a:spcBef>
                <a:spcPts val="0"/>
              </a:spcBef>
              <a:spcAft>
                <a:spcPts val="0"/>
              </a:spcAft>
              <a:buNone/>
              <a:defRPr sz="800">
                <a:solidFill>
                  <a:srgbClr val="1D0C35"/>
                </a:solidFill>
              </a:defRPr>
            </a:lvl2pPr>
            <a:lvl3pPr lvl="2" rtl="0">
              <a:lnSpc>
                <a:spcPct val="115000"/>
              </a:lnSpc>
              <a:spcBef>
                <a:spcPts val="0"/>
              </a:spcBef>
              <a:spcAft>
                <a:spcPts val="0"/>
              </a:spcAft>
              <a:buNone/>
              <a:defRPr sz="800">
                <a:solidFill>
                  <a:srgbClr val="1D0C35"/>
                </a:solidFill>
              </a:defRPr>
            </a:lvl3pPr>
            <a:lvl4pPr lvl="3" rtl="0">
              <a:lnSpc>
                <a:spcPct val="115000"/>
              </a:lnSpc>
              <a:spcBef>
                <a:spcPts val="0"/>
              </a:spcBef>
              <a:spcAft>
                <a:spcPts val="0"/>
              </a:spcAft>
              <a:buNone/>
              <a:defRPr sz="800">
                <a:solidFill>
                  <a:srgbClr val="1D0C35"/>
                </a:solidFill>
              </a:defRPr>
            </a:lvl4pPr>
            <a:lvl5pPr lvl="4" rtl="0">
              <a:lnSpc>
                <a:spcPct val="115000"/>
              </a:lnSpc>
              <a:spcBef>
                <a:spcPts val="0"/>
              </a:spcBef>
              <a:spcAft>
                <a:spcPts val="0"/>
              </a:spcAft>
              <a:buNone/>
              <a:defRPr sz="800">
                <a:solidFill>
                  <a:srgbClr val="1D0C35"/>
                </a:solidFill>
              </a:defRPr>
            </a:lvl5pPr>
            <a:lvl6pPr lvl="5" rtl="0">
              <a:lnSpc>
                <a:spcPct val="115000"/>
              </a:lnSpc>
              <a:spcBef>
                <a:spcPts val="0"/>
              </a:spcBef>
              <a:spcAft>
                <a:spcPts val="0"/>
              </a:spcAft>
              <a:buNone/>
              <a:defRPr sz="800">
                <a:solidFill>
                  <a:srgbClr val="1D0C35"/>
                </a:solidFill>
              </a:defRPr>
            </a:lvl6pPr>
            <a:lvl7pPr lvl="6" rtl="0">
              <a:lnSpc>
                <a:spcPct val="115000"/>
              </a:lnSpc>
              <a:spcBef>
                <a:spcPts val="0"/>
              </a:spcBef>
              <a:spcAft>
                <a:spcPts val="0"/>
              </a:spcAft>
              <a:buNone/>
              <a:defRPr sz="800">
                <a:solidFill>
                  <a:srgbClr val="1D0C35"/>
                </a:solidFill>
              </a:defRPr>
            </a:lvl7pPr>
            <a:lvl8pPr lvl="7" rtl="0">
              <a:lnSpc>
                <a:spcPct val="115000"/>
              </a:lnSpc>
              <a:spcBef>
                <a:spcPts val="0"/>
              </a:spcBef>
              <a:spcAft>
                <a:spcPts val="0"/>
              </a:spcAft>
              <a:buNone/>
              <a:defRPr sz="800">
                <a:solidFill>
                  <a:srgbClr val="1D0C35"/>
                </a:solidFill>
              </a:defRPr>
            </a:lvl8pPr>
            <a:lvl9pPr lvl="8" rtl="0">
              <a:lnSpc>
                <a:spcPct val="115000"/>
              </a:lnSpc>
              <a:spcBef>
                <a:spcPts val="0"/>
              </a:spcBef>
              <a:spcAft>
                <a:spcPts val="0"/>
              </a:spcAft>
              <a:buNone/>
              <a:defRPr sz="800">
                <a:solidFill>
                  <a:srgbClr val="1D0C35"/>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Slide #2">
  <p:cSld name="CUSTOM_4_17">
    <p:spTree>
      <p:nvGrpSpPr>
        <p:cNvPr id="1" name="Shape 93"/>
        <p:cNvGrpSpPr/>
        <p:nvPr/>
      </p:nvGrpSpPr>
      <p:grpSpPr>
        <a:xfrm>
          <a:off x="0" y="0"/>
          <a:ext cx="0" cy="0"/>
          <a:chOff x="0" y="0"/>
          <a:chExt cx="0" cy="0"/>
        </a:xfrm>
      </p:grpSpPr>
      <p:sp>
        <p:nvSpPr>
          <p:cNvPr id="94" name="Google Shape;94;p15"/>
          <p:cNvSpPr txBox="1">
            <a:spLocks noGrp="1"/>
          </p:cNvSpPr>
          <p:nvPr>
            <p:ph type="subTitle" idx="1"/>
          </p:nvPr>
        </p:nvSpPr>
        <p:spPr>
          <a:xfrm>
            <a:off x="447775" y="55441"/>
            <a:ext cx="5148900" cy="816300"/>
          </a:xfrm>
          <a:prstGeom prst="rect">
            <a:avLst/>
          </a:prstGeom>
        </p:spPr>
        <p:txBody>
          <a:bodyPr spcFirstLastPara="1" wrap="square" lIns="438900" tIns="91425" rIns="91425" bIns="91425" anchor="ctr" anchorCtr="0">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a:endParaRPr/>
          </a:p>
        </p:txBody>
      </p:sp>
      <p:sp>
        <p:nvSpPr>
          <p:cNvPr id="95" name="Google Shape;95;p15"/>
          <p:cNvSpPr txBox="1">
            <a:spLocks noGrp="1"/>
          </p:cNvSpPr>
          <p:nvPr>
            <p:ph type="title"/>
          </p:nvPr>
        </p:nvSpPr>
        <p:spPr>
          <a:xfrm>
            <a:off x="885050" y="871750"/>
            <a:ext cx="10422000" cy="553200"/>
          </a:xfrm>
          <a:prstGeom prst="rect">
            <a:avLst/>
          </a:prstGeom>
        </p:spPr>
        <p:txBody>
          <a:bodyPr spcFirstLastPara="1" wrap="square" lIns="0" tIns="0" rIns="0" bIns="0" anchor="t" anchorCtr="0">
            <a:noAutofit/>
          </a:bodyPr>
          <a:lstStyle>
            <a:lvl1pPr lvl="0" algn="ctr" rtl="0">
              <a:lnSpc>
                <a:spcPct val="130000"/>
              </a:lnSpc>
              <a:spcBef>
                <a:spcPts val="0"/>
              </a:spcBef>
              <a:spcAft>
                <a:spcPts val="0"/>
              </a:spcAft>
              <a:buNone/>
              <a:defRPr sz="2600">
                <a:solidFill>
                  <a:srgbClr val="1D0C35"/>
                </a:solidFill>
              </a:defRPr>
            </a:lvl1pPr>
            <a:lvl2pPr lvl="1" algn="ctr" rtl="0">
              <a:lnSpc>
                <a:spcPct val="130000"/>
              </a:lnSpc>
              <a:spcBef>
                <a:spcPts val="0"/>
              </a:spcBef>
              <a:spcAft>
                <a:spcPts val="0"/>
              </a:spcAft>
              <a:buNone/>
              <a:defRPr sz="2600"/>
            </a:lvl2pPr>
            <a:lvl3pPr lvl="2" algn="ctr" rtl="0">
              <a:lnSpc>
                <a:spcPct val="130000"/>
              </a:lnSpc>
              <a:spcBef>
                <a:spcPts val="0"/>
              </a:spcBef>
              <a:spcAft>
                <a:spcPts val="0"/>
              </a:spcAft>
              <a:buNone/>
              <a:defRPr sz="2600"/>
            </a:lvl3pPr>
            <a:lvl4pPr lvl="3" algn="ctr" rtl="0">
              <a:lnSpc>
                <a:spcPct val="130000"/>
              </a:lnSpc>
              <a:spcBef>
                <a:spcPts val="0"/>
              </a:spcBef>
              <a:spcAft>
                <a:spcPts val="0"/>
              </a:spcAft>
              <a:buNone/>
              <a:defRPr sz="2600"/>
            </a:lvl4pPr>
            <a:lvl5pPr lvl="4" algn="ctr" rtl="0">
              <a:lnSpc>
                <a:spcPct val="130000"/>
              </a:lnSpc>
              <a:spcBef>
                <a:spcPts val="0"/>
              </a:spcBef>
              <a:spcAft>
                <a:spcPts val="0"/>
              </a:spcAft>
              <a:buNone/>
              <a:defRPr sz="2600"/>
            </a:lvl5pPr>
            <a:lvl6pPr lvl="5" algn="ctr" rtl="0">
              <a:lnSpc>
                <a:spcPct val="130000"/>
              </a:lnSpc>
              <a:spcBef>
                <a:spcPts val="0"/>
              </a:spcBef>
              <a:spcAft>
                <a:spcPts val="0"/>
              </a:spcAft>
              <a:buNone/>
              <a:defRPr sz="2600"/>
            </a:lvl6pPr>
            <a:lvl7pPr lvl="6" algn="ctr" rtl="0">
              <a:lnSpc>
                <a:spcPct val="130000"/>
              </a:lnSpc>
              <a:spcBef>
                <a:spcPts val="0"/>
              </a:spcBef>
              <a:spcAft>
                <a:spcPts val="0"/>
              </a:spcAft>
              <a:buNone/>
              <a:defRPr sz="2600"/>
            </a:lvl7pPr>
            <a:lvl8pPr lvl="7" algn="ctr" rtl="0">
              <a:lnSpc>
                <a:spcPct val="130000"/>
              </a:lnSpc>
              <a:spcBef>
                <a:spcPts val="0"/>
              </a:spcBef>
              <a:spcAft>
                <a:spcPts val="0"/>
              </a:spcAft>
              <a:buNone/>
              <a:defRPr sz="2600"/>
            </a:lvl8pPr>
            <a:lvl9pPr lvl="8" algn="ctr" rtl="0">
              <a:lnSpc>
                <a:spcPct val="130000"/>
              </a:lnSpc>
              <a:spcBef>
                <a:spcPts val="0"/>
              </a:spcBef>
              <a:spcAft>
                <a:spcPts val="0"/>
              </a:spcAft>
              <a:buNone/>
              <a:defRPr sz="2600"/>
            </a:lvl9pPr>
          </a:lstStyle>
          <a:p>
            <a:endParaRPr/>
          </a:p>
        </p:txBody>
      </p:sp>
      <p:cxnSp>
        <p:nvCxnSpPr>
          <p:cNvPr id="96" name="Google Shape;96;p15"/>
          <p:cNvCxnSpPr/>
          <p:nvPr/>
        </p:nvCxnSpPr>
        <p:spPr>
          <a:xfrm rot="10800000">
            <a:off x="447775" y="100"/>
            <a:ext cx="0" cy="886500"/>
          </a:xfrm>
          <a:prstGeom prst="straightConnector1">
            <a:avLst/>
          </a:prstGeom>
          <a:noFill/>
          <a:ln w="9525" cap="flat" cmpd="sng">
            <a:solidFill>
              <a:schemeClr val="accent1"/>
            </a:solidFill>
            <a:prstDash val="solid"/>
            <a:round/>
            <a:headEnd type="none" w="med" len="med"/>
            <a:tailEnd type="none" w="med" len="med"/>
          </a:ln>
        </p:spPr>
      </p:cxnSp>
      <p:cxnSp>
        <p:nvCxnSpPr>
          <p:cNvPr id="97" name="Google Shape;97;p15"/>
          <p:cNvCxnSpPr/>
          <p:nvPr/>
        </p:nvCxnSpPr>
        <p:spPr>
          <a:xfrm rot="10800000">
            <a:off x="447767" y="6401400"/>
            <a:ext cx="0" cy="456600"/>
          </a:xfrm>
          <a:prstGeom prst="straightConnector1">
            <a:avLst/>
          </a:prstGeom>
          <a:noFill/>
          <a:ln w="9525" cap="flat" cmpd="sng">
            <a:solidFill>
              <a:schemeClr val="accent1"/>
            </a:solidFill>
            <a:prstDash val="solid"/>
            <a:round/>
            <a:headEnd type="none" w="med" len="med"/>
            <a:tailEnd type="none" w="med" len="med"/>
          </a:ln>
        </p:spPr>
      </p:cxnSp>
      <p:sp>
        <p:nvSpPr>
          <p:cNvPr id="98" name="Google Shape;98;p15"/>
          <p:cNvSpPr txBox="1">
            <a:spLocks noGrp="1"/>
          </p:cNvSpPr>
          <p:nvPr>
            <p:ph type="sldNum" idx="12"/>
          </p:nvPr>
        </p:nvSpPr>
        <p:spPr>
          <a:xfrm>
            <a:off x="81975" y="6169556"/>
            <a:ext cx="731700" cy="143700"/>
          </a:xfrm>
          <a:prstGeom prst="rect">
            <a:avLst/>
          </a:prstGeom>
          <a:noFill/>
          <a:ln>
            <a:noFill/>
          </a:ln>
        </p:spPr>
        <p:txBody>
          <a:bodyPr spcFirstLastPara="1" wrap="square" lIns="0" tIns="0" rIns="0" bIns="0" anchor="b" anchorCtr="0">
            <a:noAutofit/>
          </a:bodyPr>
          <a:lstStyle>
            <a:lvl1pPr lvl="0" algn="ctr" rtl="0">
              <a:buNone/>
              <a:defRPr sz="800">
                <a:solidFill>
                  <a:srgbClr val="1D0C35"/>
                </a:solidFill>
                <a:latin typeface="Red Hat Text Medium"/>
                <a:ea typeface="Red Hat Text Medium"/>
                <a:cs typeface="Red Hat Text Medium"/>
                <a:sym typeface="Red Hat Text Medium"/>
              </a:defRPr>
            </a:lvl1pPr>
            <a:lvl2pPr lvl="1" algn="ctr" rtl="0">
              <a:buNone/>
              <a:defRPr sz="800">
                <a:solidFill>
                  <a:srgbClr val="1D0C35"/>
                </a:solidFill>
                <a:latin typeface="Red Hat Text Medium"/>
                <a:ea typeface="Red Hat Text Medium"/>
                <a:cs typeface="Red Hat Text Medium"/>
                <a:sym typeface="Red Hat Text Medium"/>
              </a:defRPr>
            </a:lvl2pPr>
            <a:lvl3pPr lvl="2" algn="ctr" rtl="0">
              <a:buNone/>
              <a:defRPr sz="800">
                <a:solidFill>
                  <a:srgbClr val="1D0C35"/>
                </a:solidFill>
                <a:latin typeface="Red Hat Text Medium"/>
                <a:ea typeface="Red Hat Text Medium"/>
                <a:cs typeface="Red Hat Text Medium"/>
                <a:sym typeface="Red Hat Text Medium"/>
              </a:defRPr>
            </a:lvl3pPr>
            <a:lvl4pPr lvl="3" algn="ctr" rtl="0">
              <a:buNone/>
              <a:defRPr sz="800">
                <a:solidFill>
                  <a:srgbClr val="1D0C35"/>
                </a:solidFill>
                <a:latin typeface="Red Hat Text Medium"/>
                <a:ea typeface="Red Hat Text Medium"/>
                <a:cs typeface="Red Hat Text Medium"/>
                <a:sym typeface="Red Hat Text Medium"/>
              </a:defRPr>
            </a:lvl4pPr>
            <a:lvl5pPr lvl="4" algn="ctr" rtl="0">
              <a:buNone/>
              <a:defRPr sz="800">
                <a:solidFill>
                  <a:srgbClr val="1D0C35"/>
                </a:solidFill>
                <a:latin typeface="Red Hat Text Medium"/>
                <a:ea typeface="Red Hat Text Medium"/>
                <a:cs typeface="Red Hat Text Medium"/>
                <a:sym typeface="Red Hat Text Medium"/>
              </a:defRPr>
            </a:lvl5pPr>
            <a:lvl6pPr lvl="5" algn="ctr" rtl="0">
              <a:buNone/>
              <a:defRPr sz="800">
                <a:solidFill>
                  <a:srgbClr val="1D0C35"/>
                </a:solidFill>
                <a:latin typeface="Red Hat Text Medium"/>
                <a:ea typeface="Red Hat Text Medium"/>
                <a:cs typeface="Red Hat Text Medium"/>
                <a:sym typeface="Red Hat Text Medium"/>
              </a:defRPr>
            </a:lvl6pPr>
            <a:lvl7pPr lvl="6" algn="ctr" rtl="0">
              <a:buNone/>
              <a:defRPr sz="800">
                <a:solidFill>
                  <a:srgbClr val="1D0C35"/>
                </a:solidFill>
                <a:latin typeface="Red Hat Text Medium"/>
                <a:ea typeface="Red Hat Text Medium"/>
                <a:cs typeface="Red Hat Text Medium"/>
                <a:sym typeface="Red Hat Text Medium"/>
              </a:defRPr>
            </a:lvl7pPr>
            <a:lvl8pPr lvl="7" algn="ctr" rtl="0">
              <a:buNone/>
              <a:defRPr sz="800">
                <a:solidFill>
                  <a:srgbClr val="1D0C35"/>
                </a:solidFill>
                <a:latin typeface="Red Hat Text Medium"/>
                <a:ea typeface="Red Hat Text Medium"/>
                <a:cs typeface="Red Hat Text Medium"/>
                <a:sym typeface="Red Hat Text Medium"/>
              </a:defRPr>
            </a:lvl8pPr>
            <a:lvl9pPr lvl="8" algn="ctr" rtl="0">
              <a:buNone/>
              <a:defRPr sz="800">
                <a:solidFill>
                  <a:srgbClr val="1D0C35"/>
                </a:solidFill>
                <a:latin typeface="Red Hat Text Medium"/>
                <a:ea typeface="Red Hat Text Medium"/>
                <a:cs typeface="Red Hat Text Medium"/>
                <a:sym typeface="Red Hat Text Medium"/>
              </a:defRPr>
            </a:lvl9pPr>
          </a:lstStyle>
          <a:p>
            <a:pPr marL="0" lvl="0" indent="0" algn="ctr" rtl="0">
              <a:spcBef>
                <a:spcPts val="0"/>
              </a:spcBef>
              <a:spcAft>
                <a:spcPts val="0"/>
              </a:spcAft>
              <a:buNone/>
            </a:pPr>
            <a:fld id="{00000000-1234-1234-1234-123412341234}" type="slidenum">
              <a:rPr lang="en"/>
              <a:t>‹#›</a:t>
            </a:fld>
            <a:endParaRPr/>
          </a:p>
        </p:txBody>
      </p:sp>
      <p:pic>
        <p:nvPicPr>
          <p:cNvPr id="99" name="Google Shape;99;p15"/>
          <p:cNvPicPr preferRelativeResize="0"/>
          <p:nvPr/>
        </p:nvPicPr>
        <p:blipFill rotWithShape="1">
          <a:blip r:embed="rId2">
            <a:alphaModFix/>
          </a:blip>
          <a:srcRect t="328" b="318"/>
          <a:stretch/>
        </p:blipFill>
        <p:spPr>
          <a:xfrm>
            <a:off x="10711279" y="6313250"/>
            <a:ext cx="975850" cy="228121"/>
          </a:xfrm>
          <a:prstGeom prst="rect">
            <a:avLst/>
          </a:prstGeom>
          <a:noFill/>
          <a:ln>
            <a:noFill/>
          </a:ln>
        </p:spPr>
      </p:pic>
      <p:sp>
        <p:nvSpPr>
          <p:cNvPr id="100" name="Google Shape;100;p15"/>
          <p:cNvSpPr txBox="1">
            <a:spLocks noGrp="1"/>
          </p:cNvSpPr>
          <p:nvPr>
            <p:ph type="subTitle" idx="2"/>
          </p:nvPr>
        </p:nvSpPr>
        <p:spPr>
          <a:xfrm>
            <a:off x="885125" y="1424950"/>
            <a:ext cx="10422000" cy="705600"/>
          </a:xfrm>
          <a:prstGeom prst="rect">
            <a:avLst/>
          </a:prstGeom>
        </p:spPr>
        <p:txBody>
          <a:bodyPr spcFirstLastPara="1" wrap="square" lIns="0" tIns="0" rIns="0" bIns="0" anchor="t" anchorCtr="0">
            <a:noAutofit/>
          </a:bodyPr>
          <a:lstStyle>
            <a:lvl1pPr lvl="0" algn="ctr" rtl="0">
              <a:spcBef>
                <a:spcPts val="0"/>
              </a:spcBef>
              <a:spcAft>
                <a:spcPts val="0"/>
              </a:spcAft>
              <a:buNone/>
              <a:defRPr sz="1800">
                <a:solidFill>
                  <a:schemeClr val="accent1"/>
                </a:solidFill>
              </a:defRPr>
            </a:lvl1pPr>
            <a:lvl2pPr lvl="1" algn="ctr" rtl="0">
              <a:spcBef>
                <a:spcPts val="500"/>
              </a:spcBef>
              <a:spcAft>
                <a:spcPts val="0"/>
              </a:spcAft>
              <a:buNone/>
              <a:defRPr sz="1800">
                <a:solidFill>
                  <a:schemeClr val="accent1"/>
                </a:solidFill>
              </a:defRPr>
            </a:lvl2pPr>
            <a:lvl3pPr lvl="2" algn="ctr" rtl="0">
              <a:spcBef>
                <a:spcPts val="500"/>
              </a:spcBef>
              <a:spcAft>
                <a:spcPts val="0"/>
              </a:spcAft>
              <a:buNone/>
              <a:defRPr sz="1800">
                <a:solidFill>
                  <a:schemeClr val="accent1"/>
                </a:solidFill>
              </a:defRPr>
            </a:lvl3pPr>
            <a:lvl4pPr lvl="3" algn="ctr" rtl="0">
              <a:spcBef>
                <a:spcPts val="500"/>
              </a:spcBef>
              <a:spcAft>
                <a:spcPts val="0"/>
              </a:spcAft>
              <a:buNone/>
              <a:defRPr sz="1800">
                <a:solidFill>
                  <a:schemeClr val="accent1"/>
                </a:solidFill>
              </a:defRPr>
            </a:lvl4pPr>
            <a:lvl5pPr lvl="4" algn="ctr" rtl="0">
              <a:spcBef>
                <a:spcPts val="500"/>
              </a:spcBef>
              <a:spcAft>
                <a:spcPts val="0"/>
              </a:spcAft>
              <a:buNone/>
              <a:defRPr sz="1800">
                <a:solidFill>
                  <a:schemeClr val="accent1"/>
                </a:solidFill>
              </a:defRPr>
            </a:lvl5pPr>
            <a:lvl6pPr lvl="5" algn="ctr" rtl="0">
              <a:spcBef>
                <a:spcPts val="500"/>
              </a:spcBef>
              <a:spcAft>
                <a:spcPts val="0"/>
              </a:spcAft>
              <a:buNone/>
              <a:defRPr sz="1800">
                <a:solidFill>
                  <a:schemeClr val="accent1"/>
                </a:solidFill>
              </a:defRPr>
            </a:lvl6pPr>
            <a:lvl7pPr lvl="6" algn="ctr" rtl="0">
              <a:spcBef>
                <a:spcPts val="500"/>
              </a:spcBef>
              <a:spcAft>
                <a:spcPts val="0"/>
              </a:spcAft>
              <a:buNone/>
              <a:defRPr sz="1800">
                <a:solidFill>
                  <a:schemeClr val="accent1"/>
                </a:solidFill>
              </a:defRPr>
            </a:lvl7pPr>
            <a:lvl8pPr lvl="7" algn="ctr" rtl="0">
              <a:spcBef>
                <a:spcPts val="500"/>
              </a:spcBef>
              <a:spcAft>
                <a:spcPts val="0"/>
              </a:spcAft>
              <a:buNone/>
              <a:defRPr sz="1800">
                <a:solidFill>
                  <a:schemeClr val="accent1"/>
                </a:solidFill>
              </a:defRPr>
            </a:lvl8pPr>
            <a:lvl9pPr lvl="8" algn="ctr" rtl="0">
              <a:spcBef>
                <a:spcPts val="500"/>
              </a:spcBef>
              <a:spcAft>
                <a:spcPts val="500"/>
              </a:spcAft>
              <a:buNone/>
              <a:defRPr sz="1800">
                <a:solidFill>
                  <a:schemeClr val="accent1"/>
                </a:solidFill>
              </a:defRPr>
            </a:lvl9pPr>
          </a:lstStyle>
          <a:p>
            <a:endParaRPr/>
          </a:p>
        </p:txBody>
      </p:sp>
      <p:sp>
        <p:nvSpPr>
          <p:cNvPr id="101" name="Google Shape;101;p15"/>
          <p:cNvSpPr txBox="1">
            <a:spLocks noGrp="1"/>
          </p:cNvSpPr>
          <p:nvPr>
            <p:ph type="subTitle" idx="3"/>
          </p:nvPr>
        </p:nvSpPr>
        <p:spPr>
          <a:xfrm>
            <a:off x="885050" y="6169550"/>
            <a:ext cx="8002500" cy="559800"/>
          </a:xfrm>
          <a:prstGeom prst="rect">
            <a:avLst/>
          </a:prstGeom>
        </p:spPr>
        <p:txBody>
          <a:bodyPr spcFirstLastPara="1" wrap="square" lIns="0" tIns="0" rIns="0" bIns="0" anchor="b" anchorCtr="0">
            <a:noAutofit/>
          </a:bodyPr>
          <a:lstStyle>
            <a:lvl1pPr lvl="0" rtl="0">
              <a:lnSpc>
                <a:spcPct val="115000"/>
              </a:lnSpc>
              <a:spcBef>
                <a:spcPts val="0"/>
              </a:spcBef>
              <a:spcAft>
                <a:spcPts val="0"/>
              </a:spcAft>
              <a:buNone/>
              <a:defRPr sz="800">
                <a:solidFill>
                  <a:srgbClr val="1D0C35"/>
                </a:solidFill>
              </a:defRPr>
            </a:lvl1pPr>
            <a:lvl2pPr lvl="1" rtl="0">
              <a:lnSpc>
                <a:spcPct val="115000"/>
              </a:lnSpc>
              <a:spcBef>
                <a:spcPts val="0"/>
              </a:spcBef>
              <a:spcAft>
                <a:spcPts val="0"/>
              </a:spcAft>
              <a:buNone/>
              <a:defRPr sz="800">
                <a:solidFill>
                  <a:srgbClr val="1D0C35"/>
                </a:solidFill>
              </a:defRPr>
            </a:lvl2pPr>
            <a:lvl3pPr lvl="2" rtl="0">
              <a:lnSpc>
                <a:spcPct val="115000"/>
              </a:lnSpc>
              <a:spcBef>
                <a:spcPts val="0"/>
              </a:spcBef>
              <a:spcAft>
                <a:spcPts val="0"/>
              </a:spcAft>
              <a:buNone/>
              <a:defRPr sz="800">
                <a:solidFill>
                  <a:srgbClr val="1D0C35"/>
                </a:solidFill>
              </a:defRPr>
            </a:lvl3pPr>
            <a:lvl4pPr lvl="3" rtl="0">
              <a:lnSpc>
                <a:spcPct val="115000"/>
              </a:lnSpc>
              <a:spcBef>
                <a:spcPts val="0"/>
              </a:spcBef>
              <a:spcAft>
                <a:spcPts val="0"/>
              </a:spcAft>
              <a:buNone/>
              <a:defRPr sz="800">
                <a:solidFill>
                  <a:srgbClr val="1D0C35"/>
                </a:solidFill>
              </a:defRPr>
            </a:lvl4pPr>
            <a:lvl5pPr lvl="4" rtl="0">
              <a:lnSpc>
                <a:spcPct val="115000"/>
              </a:lnSpc>
              <a:spcBef>
                <a:spcPts val="0"/>
              </a:spcBef>
              <a:spcAft>
                <a:spcPts val="0"/>
              </a:spcAft>
              <a:buNone/>
              <a:defRPr sz="800">
                <a:solidFill>
                  <a:srgbClr val="1D0C35"/>
                </a:solidFill>
              </a:defRPr>
            </a:lvl5pPr>
            <a:lvl6pPr lvl="5" rtl="0">
              <a:lnSpc>
                <a:spcPct val="115000"/>
              </a:lnSpc>
              <a:spcBef>
                <a:spcPts val="0"/>
              </a:spcBef>
              <a:spcAft>
                <a:spcPts val="0"/>
              </a:spcAft>
              <a:buNone/>
              <a:defRPr sz="800">
                <a:solidFill>
                  <a:srgbClr val="1D0C35"/>
                </a:solidFill>
              </a:defRPr>
            </a:lvl6pPr>
            <a:lvl7pPr lvl="6" rtl="0">
              <a:lnSpc>
                <a:spcPct val="115000"/>
              </a:lnSpc>
              <a:spcBef>
                <a:spcPts val="0"/>
              </a:spcBef>
              <a:spcAft>
                <a:spcPts val="0"/>
              </a:spcAft>
              <a:buNone/>
              <a:defRPr sz="800">
                <a:solidFill>
                  <a:srgbClr val="1D0C35"/>
                </a:solidFill>
              </a:defRPr>
            </a:lvl7pPr>
            <a:lvl8pPr lvl="7" rtl="0">
              <a:lnSpc>
                <a:spcPct val="115000"/>
              </a:lnSpc>
              <a:spcBef>
                <a:spcPts val="0"/>
              </a:spcBef>
              <a:spcAft>
                <a:spcPts val="0"/>
              </a:spcAft>
              <a:buNone/>
              <a:defRPr sz="800">
                <a:solidFill>
                  <a:srgbClr val="1D0C35"/>
                </a:solidFill>
              </a:defRPr>
            </a:lvl8pPr>
            <a:lvl9pPr lvl="8" rtl="0">
              <a:lnSpc>
                <a:spcPct val="115000"/>
              </a:lnSpc>
              <a:spcBef>
                <a:spcPts val="0"/>
              </a:spcBef>
              <a:spcAft>
                <a:spcPts val="0"/>
              </a:spcAft>
              <a:buNone/>
              <a:defRPr sz="800">
                <a:solidFill>
                  <a:srgbClr val="1D0C35"/>
                </a:solidFill>
              </a:defRPr>
            </a:lvl9pPr>
          </a:lstStyle>
          <a:p>
            <a:endParaRPr/>
          </a:p>
        </p:txBody>
      </p:sp>
      <p:sp>
        <p:nvSpPr>
          <p:cNvPr id="102" name="Google Shape;102;p15"/>
          <p:cNvSpPr txBox="1">
            <a:spLocks noGrp="1"/>
          </p:cNvSpPr>
          <p:nvPr>
            <p:ph type="body" idx="4"/>
          </p:nvPr>
        </p:nvSpPr>
        <p:spPr>
          <a:xfrm>
            <a:off x="2438400" y="2286000"/>
            <a:ext cx="7315200" cy="3657600"/>
          </a:xfrm>
          <a:prstGeom prst="rect">
            <a:avLst/>
          </a:prstGeom>
        </p:spPr>
        <p:txBody>
          <a:bodyPr spcFirstLastPara="1" wrap="square" lIns="0" tIns="0" rIns="0" bIns="0" anchor="t" anchorCtr="0">
            <a:noAutofit/>
          </a:bodyPr>
          <a:lstStyle>
            <a:lvl1pPr marL="457200" lvl="0" indent="-317500">
              <a:lnSpc>
                <a:spcPct val="140000"/>
              </a:lnSpc>
              <a:spcBef>
                <a:spcPts val="1000"/>
              </a:spcBef>
              <a:spcAft>
                <a:spcPts val="0"/>
              </a:spcAft>
              <a:buClr>
                <a:srgbClr val="1D0C35"/>
              </a:buClr>
              <a:buSzPts val="1400"/>
              <a:buChar char="▸"/>
              <a:defRPr sz="1400">
                <a:solidFill>
                  <a:srgbClr val="1D0C35"/>
                </a:solidFill>
              </a:defRPr>
            </a:lvl1pPr>
            <a:lvl2pPr marL="914400" lvl="1" indent="-304800">
              <a:lnSpc>
                <a:spcPct val="140000"/>
              </a:lnSpc>
              <a:spcBef>
                <a:spcPts val="1000"/>
              </a:spcBef>
              <a:spcAft>
                <a:spcPts val="0"/>
              </a:spcAft>
              <a:buClr>
                <a:srgbClr val="1D0C35"/>
              </a:buClr>
              <a:buSzPts val="1200"/>
              <a:buChar char="･"/>
              <a:defRPr sz="1200">
                <a:solidFill>
                  <a:srgbClr val="1D0C35"/>
                </a:solidFill>
              </a:defRPr>
            </a:lvl2pPr>
            <a:lvl3pPr marL="1371600" lvl="2" indent="-304800">
              <a:lnSpc>
                <a:spcPct val="140000"/>
              </a:lnSpc>
              <a:spcBef>
                <a:spcPts val="1000"/>
              </a:spcBef>
              <a:spcAft>
                <a:spcPts val="0"/>
              </a:spcAft>
              <a:buClr>
                <a:srgbClr val="1D0C35"/>
              </a:buClr>
              <a:buSzPts val="1200"/>
              <a:buChar char="･"/>
              <a:defRPr sz="1200">
                <a:solidFill>
                  <a:srgbClr val="1D0C35"/>
                </a:solidFill>
              </a:defRPr>
            </a:lvl3pPr>
            <a:lvl4pPr marL="1828800" lvl="3" indent="-304800">
              <a:lnSpc>
                <a:spcPct val="140000"/>
              </a:lnSpc>
              <a:spcBef>
                <a:spcPts val="1000"/>
              </a:spcBef>
              <a:spcAft>
                <a:spcPts val="0"/>
              </a:spcAft>
              <a:buClr>
                <a:srgbClr val="1D0C35"/>
              </a:buClr>
              <a:buSzPts val="1200"/>
              <a:buChar char="･"/>
              <a:defRPr sz="1200">
                <a:solidFill>
                  <a:srgbClr val="1D0C35"/>
                </a:solidFill>
              </a:defRPr>
            </a:lvl4pPr>
            <a:lvl5pPr marL="2286000" lvl="4" indent="-304800">
              <a:lnSpc>
                <a:spcPct val="140000"/>
              </a:lnSpc>
              <a:spcBef>
                <a:spcPts val="1000"/>
              </a:spcBef>
              <a:spcAft>
                <a:spcPts val="0"/>
              </a:spcAft>
              <a:buClr>
                <a:srgbClr val="1D0C35"/>
              </a:buClr>
              <a:buSzPts val="1200"/>
              <a:buChar char="･"/>
              <a:defRPr sz="1200">
                <a:solidFill>
                  <a:srgbClr val="1D0C35"/>
                </a:solidFill>
              </a:defRPr>
            </a:lvl5pPr>
            <a:lvl6pPr marL="2743200" lvl="5" indent="-304800">
              <a:lnSpc>
                <a:spcPct val="140000"/>
              </a:lnSpc>
              <a:spcBef>
                <a:spcPts val="1000"/>
              </a:spcBef>
              <a:spcAft>
                <a:spcPts val="0"/>
              </a:spcAft>
              <a:buClr>
                <a:srgbClr val="1D0C35"/>
              </a:buClr>
              <a:buSzPts val="1200"/>
              <a:buChar char="･"/>
              <a:defRPr sz="1200">
                <a:solidFill>
                  <a:srgbClr val="1D0C35"/>
                </a:solidFill>
              </a:defRPr>
            </a:lvl6pPr>
            <a:lvl7pPr marL="3200400" lvl="6" indent="-304800">
              <a:lnSpc>
                <a:spcPct val="140000"/>
              </a:lnSpc>
              <a:spcBef>
                <a:spcPts val="1000"/>
              </a:spcBef>
              <a:spcAft>
                <a:spcPts val="0"/>
              </a:spcAft>
              <a:buClr>
                <a:srgbClr val="1D0C35"/>
              </a:buClr>
              <a:buSzPts val="1200"/>
              <a:buChar char="･"/>
              <a:defRPr sz="1200">
                <a:solidFill>
                  <a:srgbClr val="1D0C35"/>
                </a:solidFill>
              </a:defRPr>
            </a:lvl7pPr>
            <a:lvl8pPr marL="3657600" lvl="7" indent="-304800">
              <a:lnSpc>
                <a:spcPct val="140000"/>
              </a:lnSpc>
              <a:spcBef>
                <a:spcPts val="1000"/>
              </a:spcBef>
              <a:spcAft>
                <a:spcPts val="0"/>
              </a:spcAft>
              <a:buClr>
                <a:srgbClr val="1D0C35"/>
              </a:buClr>
              <a:buSzPts val="1200"/>
              <a:buChar char="･"/>
              <a:defRPr sz="1200">
                <a:solidFill>
                  <a:srgbClr val="1D0C35"/>
                </a:solidFill>
              </a:defRPr>
            </a:lvl8pPr>
            <a:lvl9pPr marL="4114800" lvl="8" indent="-304800">
              <a:lnSpc>
                <a:spcPct val="140000"/>
              </a:lnSpc>
              <a:spcBef>
                <a:spcPts val="1000"/>
              </a:spcBef>
              <a:spcAft>
                <a:spcPts val="1000"/>
              </a:spcAft>
              <a:buClr>
                <a:srgbClr val="1D0C35"/>
              </a:buClr>
              <a:buSzPts val="1200"/>
              <a:buChar char="･"/>
              <a:defRPr sz="1200">
                <a:solidFill>
                  <a:srgbClr val="1D0C35"/>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700" cy="7638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1D0C35"/>
              </a:buClr>
              <a:buSzPts val="3400"/>
              <a:buFont typeface="Red Hat Display"/>
              <a:buNone/>
              <a:defRPr sz="3400">
                <a:solidFill>
                  <a:srgbClr val="1D0C35"/>
                </a:solidFill>
                <a:latin typeface="Red Hat Display"/>
                <a:ea typeface="Red Hat Display"/>
                <a:cs typeface="Red Hat Display"/>
                <a:sym typeface="Red Hat Display"/>
              </a:defRPr>
            </a:lvl1pPr>
            <a:lvl2pPr lvl="1"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2pPr>
            <a:lvl3pPr lvl="2"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3pPr>
            <a:lvl4pPr lvl="3"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4pPr>
            <a:lvl5pPr lvl="4"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5pPr>
            <a:lvl6pPr lvl="5"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6pPr>
            <a:lvl7pPr lvl="6"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7pPr>
            <a:lvl8pPr lvl="7"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8pPr>
            <a:lvl9pPr lvl="8"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9pPr>
          </a:lstStyle>
          <a:p>
            <a:endParaRPr/>
          </a:p>
        </p:txBody>
      </p:sp>
      <p:sp>
        <p:nvSpPr>
          <p:cNvPr id="7" name="Google Shape;7;p1"/>
          <p:cNvSpPr txBox="1">
            <a:spLocks noGrp="1"/>
          </p:cNvSpPr>
          <p:nvPr>
            <p:ph type="body" idx="1"/>
          </p:nvPr>
        </p:nvSpPr>
        <p:spPr>
          <a:xfrm>
            <a:off x="415600" y="1536633"/>
            <a:ext cx="11360700" cy="4555200"/>
          </a:xfrm>
          <a:prstGeom prst="rect">
            <a:avLst/>
          </a:prstGeom>
          <a:noFill/>
          <a:ln>
            <a:noFill/>
          </a:ln>
        </p:spPr>
        <p:txBody>
          <a:bodyPr spcFirstLastPara="1" wrap="square" lIns="0" tIns="0" rIns="0" bIns="0" anchor="t" anchorCtr="0">
            <a:noAutofit/>
          </a:bodyPr>
          <a:lstStyle>
            <a:lvl1pPr marL="457200" lvl="0" indent="-330200" rtl="0">
              <a:lnSpc>
                <a:spcPct val="140000"/>
              </a:lnSpc>
              <a:spcBef>
                <a:spcPts val="0"/>
              </a:spcBef>
              <a:spcAft>
                <a:spcPts val="0"/>
              </a:spcAft>
              <a:buClr>
                <a:srgbClr val="1D0C35"/>
              </a:buClr>
              <a:buSzPts val="1600"/>
              <a:buFont typeface="Red Hat Text"/>
              <a:buChar char="▸"/>
              <a:defRPr sz="1600">
                <a:solidFill>
                  <a:srgbClr val="1D0C35"/>
                </a:solidFill>
                <a:latin typeface="Red Hat Text"/>
                <a:ea typeface="Red Hat Text"/>
                <a:cs typeface="Red Hat Text"/>
                <a:sym typeface="Red Hat Text"/>
              </a:defRPr>
            </a:lvl1pPr>
            <a:lvl2pPr marL="914400" lvl="1"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2pPr>
            <a:lvl3pPr marL="1371600" lvl="2"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3pPr>
            <a:lvl4pPr marL="1828800" lvl="3"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4pPr>
            <a:lvl5pPr marL="2286000" lvl="4"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5pPr>
            <a:lvl6pPr marL="2743200" lvl="5"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6pPr>
            <a:lvl7pPr marL="3200400" lvl="6"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7pPr>
            <a:lvl8pPr marL="3657600" lvl="7" indent="-317500" rtl="0">
              <a:lnSpc>
                <a:spcPct val="140000"/>
              </a:lnSpc>
              <a:spcBef>
                <a:spcPts val="500"/>
              </a:spcBef>
              <a:spcAft>
                <a:spcPts val="0"/>
              </a:spcAft>
              <a:buClr>
                <a:srgbClr val="1D0C35"/>
              </a:buClr>
              <a:buSzPts val="1400"/>
              <a:buFont typeface="Red Hat Text"/>
              <a:buChar char="･"/>
              <a:defRPr>
                <a:solidFill>
                  <a:srgbClr val="1D0C35"/>
                </a:solidFill>
                <a:latin typeface="Red Hat Text"/>
                <a:ea typeface="Red Hat Text"/>
                <a:cs typeface="Red Hat Text"/>
                <a:sym typeface="Red Hat Text"/>
              </a:defRPr>
            </a:lvl8pPr>
            <a:lvl9pPr marL="4114800" lvl="8" indent="-317500" rtl="0">
              <a:lnSpc>
                <a:spcPct val="140000"/>
              </a:lnSpc>
              <a:spcBef>
                <a:spcPts val="500"/>
              </a:spcBef>
              <a:spcAft>
                <a:spcPts val="500"/>
              </a:spcAft>
              <a:buClr>
                <a:srgbClr val="1D0C35"/>
              </a:buClr>
              <a:buSzPts val="1400"/>
              <a:buFont typeface="Red Hat Text"/>
              <a:buChar char="･"/>
              <a:defRPr>
                <a:solidFill>
                  <a:srgbClr val="1D0C35"/>
                </a:solidFill>
                <a:latin typeface="Red Hat Text"/>
                <a:ea typeface="Red Hat Text"/>
                <a:cs typeface="Red Hat Text"/>
                <a:sym typeface="Red Hat Tex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6" r:id="rId5"/>
    <p:sldLayoutId id="2147483657" r:id="rId6"/>
    <p:sldLayoutId id="2147483659" r:id="rId7"/>
    <p:sldLayoutId id="2147483660" r:id="rId8"/>
    <p:sldLayoutId id="214748366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4BFCC652-2CE1-BD46-5CEC-4924873F9CC2}"/>
            </a:ext>
          </a:extLst>
        </p:cNvPr>
        <p:cNvGrpSpPr/>
        <p:nvPr/>
      </p:nvGrpSpPr>
      <p:grpSpPr>
        <a:xfrm>
          <a:off x="0" y="0"/>
          <a:ext cx="0" cy="0"/>
          <a:chOff x="0" y="0"/>
          <a:chExt cx="0" cy="0"/>
        </a:xfrm>
      </p:grpSpPr>
      <p:sp>
        <p:nvSpPr>
          <p:cNvPr id="116" name="Google Shape;116;p17">
            <a:extLst>
              <a:ext uri="{FF2B5EF4-FFF2-40B4-BE49-F238E27FC236}">
                <a16:creationId xmlns:a16="http://schemas.microsoft.com/office/drawing/2014/main" id="{84DC98C6-7307-DC90-2E1A-B8EA29EC9A88}"/>
              </a:ext>
            </a:extLst>
          </p:cNvPr>
          <p:cNvSpPr txBox="1">
            <a:spLocks noGrp="1"/>
          </p:cNvSpPr>
          <p:nvPr>
            <p:ph type="subTitle" idx="1"/>
          </p:nvPr>
        </p:nvSpPr>
        <p:spPr>
          <a:xfrm>
            <a:off x="955497" y="4027353"/>
            <a:ext cx="8693108" cy="914400"/>
          </a:xfrm>
          <a:prstGeom prst="rect">
            <a:avLst/>
          </a:prstGeom>
        </p:spPr>
        <p:txBody>
          <a:bodyPr spcFirstLastPara="1" wrap="square" lIns="0" tIns="0" rIns="0" bIns="0" anchor="t" anchorCtr="0">
            <a:noAutofit/>
          </a:bodyPr>
          <a:lstStyle/>
          <a:p>
            <a:pPr marL="0" indent="0"/>
            <a:r>
              <a:rPr lang="en-US" b="1">
                <a:solidFill>
                  <a:srgbClr val="000000"/>
                </a:solidFill>
                <a:highlight>
                  <a:srgbClr val="FFFFFF"/>
                </a:highlight>
              </a:rPr>
              <a:t>How Publix is integrating automation into the retail edge</a:t>
            </a:r>
            <a:endParaRPr lang="en-US"/>
          </a:p>
        </p:txBody>
      </p:sp>
      <p:sp>
        <p:nvSpPr>
          <p:cNvPr id="117" name="Google Shape;117;p17">
            <a:extLst>
              <a:ext uri="{FF2B5EF4-FFF2-40B4-BE49-F238E27FC236}">
                <a16:creationId xmlns:a16="http://schemas.microsoft.com/office/drawing/2014/main" id="{E4794F84-0F5E-D331-D2F4-2C563DEB0ADB}"/>
              </a:ext>
            </a:extLst>
          </p:cNvPr>
          <p:cNvSpPr txBox="1">
            <a:spLocks noGrp="1"/>
          </p:cNvSpPr>
          <p:nvPr>
            <p:ph type="title"/>
          </p:nvPr>
        </p:nvSpPr>
        <p:spPr>
          <a:xfrm>
            <a:off x="955497" y="3192382"/>
            <a:ext cx="7963620" cy="979200"/>
          </a:xfrm>
          <a:prstGeom prst="rect">
            <a:avLst/>
          </a:prstGeom>
        </p:spPr>
        <p:txBody>
          <a:bodyPr spcFirstLastPara="1" wrap="square" lIns="0" tIns="0" rIns="0" bIns="0" anchor="b" anchorCtr="0">
            <a:noAutofit/>
          </a:bodyPr>
          <a:lstStyle/>
          <a:p>
            <a:r>
              <a:rPr lang="en-US"/>
              <a:t>Publix Super Markets</a:t>
            </a:r>
            <a:endParaRPr lang="en-US">
              <a:solidFill>
                <a:srgbClr val="000000"/>
              </a:solidFill>
            </a:endParaRPr>
          </a:p>
          <a:p>
            <a:r>
              <a:rPr lang="en-US" sz="2400">
                <a:latin typeface="Red Hat Text"/>
                <a:ea typeface="Red Hat Text"/>
                <a:cs typeface="Red Hat Text"/>
              </a:rPr>
              <a:t>"Begin. The rest is easy." -George Jenkins</a:t>
            </a:r>
          </a:p>
          <a:p>
            <a:pPr marL="0" lvl="0" indent="0" algn="l">
              <a:spcBef>
                <a:spcPts val="0"/>
              </a:spcBef>
              <a:spcAft>
                <a:spcPts val="0"/>
              </a:spcAft>
              <a:buNone/>
            </a:pPr>
            <a:endParaRPr lang="en-US"/>
          </a:p>
        </p:txBody>
      </p:sp>
      <p:sp>
        <p:nvSpPr>
          <p:cNvPr id="119" name="Google Shape;119;p17">
            <a:extLst>
              <a:ext uri="{FF2B5EF4-FFF2-40B4-BE49-F238E27FC236}">
                <a16:creationId xmlns:a16="http://schemas.microsoft.com/office/drawing/2014/main" id="{828D796D-6362-06DE-2AD6-E230E989E310}"/>
              </a:ext>
            </a:extLst>
          </p:cNvPr>
          <p:cNvSpPr txBox="1">
            <a:spLocks noGrp="1"/>
          </p:cNvSpPr>
          <p:nvPr>
            <p:ph type="subTitle" idx="3"/>
          </p:nvPr>
        </p:nvSpPr>
        <p:spPr>
          <a:xfrm>
            <a:off x="6928250" y="5287124"/>
            <a:ext cx="3709976" cy="880244"/>
          </a:xfrm>
          <a:prstGeom prst="rect">
            <a:avLst/>
          </a:prstGeom>
        </p:spPr>
        <p:txBody>
          <a:bodyPr spcFirstLastPara="1" wrap="square" lIns="0" tIns="0" rIns="0" bIns="0" anchor="t" anchorCtr="0">
            <a:noAutofit/>
          </a:bodyPr>
          <a:lstStyle/>
          <a:p>
            <a:r>
              <a:rPr lang="en-US" b="1">
                <a:solidFill>
                  <a:srgbClr val="444444"/>
                </a:solidFill>
                <a:latin typeface="Open Sans"/>
                <a:ea typeface="Open Sans"/>
                <a:cs typeface="Open Sans"/>
              </a:rPr>
              <a:t>Gary Palmer, Tony Lobozzo, Nick Johnston</a:t>
            </a:r>
            <a:endParaRPr lang="en-US"/>
          </a:p>
          <a:p>
            <a:r>
              <a:rPr lang="en-US" b="1">
                <a:solidFill>
                  <a:srgbClr val="444444"/>
                </a:solidFill>
                <a:latin typeface="Open Sans"/>
                <a:ea typeface="Open Sans"/>
                <a:cs typeface="Open Sans"/>
              </a:rPr>
              <a:t>Session type: </a:t>
            </a:r>
            <a:r>
              <a:rPr lang="en-US">
                <a:solidFill>
                  <a:srgbClr val="444444"/>
                </a:solidFill>
                <a:latin typeface="Open Sans"/>
                <a:ea typeface="Open Sans"/>
                <a:cs typeface="Open Sans"/>
              </a:rPr>
              <a:t>Breakout session</a:t>
            </a:r>
            <a:endParaRPr lang="en-US"/>
          </a:p>
          <a:p>
            <a:r>
              <a:rPr lang="en-US" b="1">
                <a:solidFill>
                  <a:srgbClr val="444444"/>
                </a:solidFill>
                <a:latin typeface="Open Sans"/>
                <a:ea typeface="Open Sans"/>
                <a:cs typeface="Open Sans"/>
              </a:rPr>
              <a:t>Wednesday, May 13 10:30 AM - 11:10 AM EDT</a:t>
            </a:r>
            <a:endParaRPr lang="en-US"/>
          </a:p>
          <a:p>
            <a:r>
              <a:rPr lang="en-US">
                <a:solidFill>
                  <a:srgbClr val="444444"/>
                </a:solidFill>
                <a:latin typeface="Open Sans"/>
                <a:ea typeface="Open Sans"/>
                <a:cs typeface="Open Sans"/>
              </a:rPr>
              <a:t>B312-B313 - Level 3</a:t>
            </a:r>
            <a:endParaRPr lang="en-US"/>
          </a:p>
          <a:p>
            <a:pPr marL="0" lvl="0" indent="0" algn="l">
              <a:spcBef>
                <a:spcPts val="0"/>
              </a:spcBef>
              <a:spcAft>
                <a:spcPts val="0"/>
              </a:spcAft>
              <a:buNone/>
            </a:pPr>
            <a:endParaRPr/>
          </a:p>
        </p:txBody>
      </p:sp>
    </p:spTree>
    <p:extLst>
      <p:ext uri="{BB962C8B-B14F-4D97-AF65-F5344CB8AC3E}">
        <p14:creationId xmlns:p14="http://schemas.microsoft.com/office/powerpoint/2010/main" val="3608312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066BEE42-3E14-4192-0C5D-07C863E2A5FF}"/>
            </a:ext>
          </a:extLst>
        </p:cNvPr>
        <p:cNvGrpSpPr/>
        <p:nvPr/>
      </p:nvGrpSpPr>
      <p:grpSpPr>
        <a:xfrm>
          <a:off x="0" y="0"/>
          <a:ext cx="0" cy="0"/>
          <a:chOff x="0" y="0"/>
          <a:chExt cx="0" cy="0"/>
        </a:xfrm>
      </p:grpSpPr>
      <p:sp>
        <p:nvSpPr>
          <p:cNvPr id="9" name="Subtitle 8">
            <a:extLst>
              <a:ext uri="{FF2B5EF4-FFF2-40B4-BE49-F238E27FC236}">
                <a16:creationId xmlns:a16="http://schemas.microsoft.com/office/drawing/2014/main" id="{DDC13FF1-9616-DE95-F534-DB083342E28B}"/>
              </a:ext>
            </a:extLst>
          </p:cNvPr>
          <p:cNvSpPr>
            <a:spLocks noGrp="1"/>
          </p:cNvSpPr>
          <p:nvPr>
            <p:ph type="subTitle" idx="2"/>
          </p:nvPr>
        </p:nvSpPr>
        <p:spPr/>
        <p:txBody>
          <a:bodyPr/>
          <a:lstStyle/>
          <a:p>
            <a:endParaRPr lang="en-US"/>
          </a:p>
        </p:txBody>
      </p:sp>
      <p:sp>
        <p:nvSpPr>
          <p:cNvPr id="133" name="Google Shape;133;p19">
            <a:extLst>
              <a:ext uri="{FF2B5EF4-FFF2-40B4-BE49-F238E27FC236}">
                <a16:creationId xmlns:a16="http://schemas.microsoft.com/office/drawing/2014/main" id="{9713B21C-24C2-14EE-B208-5159AAE64BFD}"/>
              </a:ext>
            </a:extLst>
          </p:cNvPr>
          <p:cNvSpPr txBox="1">
            <a:spLocks noGrp="1"/>
          </p:cNvSpPr>
          <p:nvPr>
            <p:ph type="title" idx="4294967295"/>
          </p:nvPr>
        </p:nvSpPr>
        <p:spPr>
          <a:xfrm>
            <a:off x="154113" y="152576"/>
            <a:ext cx="6824663" cy="534820"/>
          </a:xfrm>
          <a:prstGeom prst="rect">
            <a:avLst/>
          </a:prstGeom>
        </p:spPr>
        <p:txBody>
          <a:bodyPr spcFirstLastPara="1" wrap="square" lIns="438900" tIns="91425" rIns="91425" bIns="91425" anchor="t" anchorCtr="0">
            <a:noAutofit/>
          </a:bodyPr>
          <a:lstStyle/>
          <a:p>
            <a:r>
              <a:rPr lang="en-US" sz="2400">
                <a:solidFill>
                  <a:srgbClr val="FF0000"/>
                </a:solidFill>
                <a:latin typeface="Red Hat Text Medium" panose="020B0604020202020204" charset="0"/>
                <a:ea typeface="Red Hat Text Medium" panose="020B0604020202020204" charset="0"/>
                <a:cs typeface="Red Hat Text Medium" panose="020B0604020202020204" charset="0"/>
              </a:rPr>
              <a:t>About Publix</a:t>
            </a:r>
          </a:p>
          <a:p>
            <a:pPr marL="0" lvl="0" indent="0" algn="l">
              <a:spcBef>
                <a:spcPts val="0"/>
              </a:spcBef>
              <a:spcAft>
                <a:spcPts val="0"/>
              </a:spcAft>
              <a:buNone/>
            </a:pPr>
            <a:endParaRPr/>
          </a:p>
        </p:txBody>
      </p:sp>
      <p:sp>
        <p:nvSpPr>
          <p:cNvPr id="5" name="AutoShape 8">
            <a:extLst>
              <a:ext uri="{FF2B5EF4-FFF2-40B4-BE49-F238E27FC236}">
                <a16:creationId xmlns:a16="http://schemas.microsoft.com/office/drawing/2014/main" id="{5745D2A7-BE93-40DC-5BD8-0CF7CA2C5D6A}"/>
              </a:ext>
            </a:extLst>
          </p:cNvPr>
          <p:cNvSpPr>
            <a:spLocks noChangeAspect="1" noChangeArrowheads="1"/>
          </p:cNvSpPr>
          <p:nvPr/>
        </p:nvSpPr>
        <p:spPr bwMode="auto">
          <a:xfrm>
            <a:off x="5943599" y="3276599"/>
            <a:ext cx="1967501" cy="19675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E120C045-604E-680C-127E-FA4843B0ECE5}"/>
              </a:ext>
            </a:extLst>
          </p:cNvPr>
          <p:cNvPicPr>
            <a:picLocks noChangeAspect="1"/>
          </p:cNvPicPr>
          <p:nvPr/>
        </p:nvPicPr>
        <p:blipFill>
          <a:blip r:embed="rId3"/>
          <a:stretch>
            <a:fillRect/>
          </a:stretch>
        </p:blipFill>
        <p:spPr>
          <a:xfrm>
            <a:off x="892781" y="697822"/>
            <a:ext cx="10044344" cy="5472783"/>
          </a:xfrm>
          <a:prstGeom prst="rect">
            <a:avLst/>
          </a:prstGeom>
        </p:spPr>
      </p:pic>
    </p:spTree>
    <p:extLst>
      <p:ext uri="{BB962C8B-B14F-4D97-AF65-F5344CB8AC3E}">
        <p14:creationId xmlns:p14="http://schemas.microsoft.com/office/powerpoint/2010/main" val="513879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CEFC35E7-B6FC-A675-A6AE-D2AB3286CCDE}"/>
              </a:ext>
            </a:extLst>
          </p:cNvPr>
          <p:cNvSpPr>
            <a:spLocks noGrp="1"/>
          </p:cNvSpPr>
          <p:nvPr>
            <p:ph type="subTitle" idx="1"/>
          </p:nvPr>
        </p:nvSpPr>
        <p:spPr>
          <a:xfrm>
            <a:off x="51319" y="81993"/>
            <a:ext cx="5148900" cy="816300"/>
          </a:xfrm>
        </p:spPr>
        <p:txBody>
          <a:bodyPr/>
          <a:lstStyle/>
          <a:p>
            <a:r>
              <a:rPr lang="en-US" sz="2400"/>
              <a:t>Modernization</a:t>
            </a:r>
          </a:p>
        </p:txBody>
      </p:sp>
      <p:sp>
        <p:nvSpPr>
          <p:cNvPr id="4" name="Title 3">
            <a:extLst>
              <a:ext uri="{FF2B5EF4-FFF2-40B4-BE49-F238E27FC236}">
                <a16:creationId xmlns:a16="http://schemas.microsoft.com/office/drawing/2014/main" id="{22724DDA-F845-F589-41AB-70C31CD7D3ED}"/>
              </a:ext>
            </a:extLst>
          </p:cNvPr>
          <p:cNvSpPr>
            <a:spLocks noGrp="1"/>
          </p:cNvSpPr>
          <p:nvPr>
            <p:ph type="title"/>
          </p:nvPr>
        </p:nvSpPr>
        <p:spPr>
          <a:xfrm>
            <a:off x="912895" y="967206"/>
            <a:ext cx="10391520" cy="725920"/>
          </a:xfrm>
        </p:spPr>
        <p:txBody>
          <a:bodyPr/>
          <a:lstStyle/>
          <a:p>
            <a:r>
              <a:rPr lang="en-US" sz="3200" dirty="0"/>
              <a:t>Retail Modernization</a:t>
            </a:r>
            <a:endParaRPr lang="en-US" dirty="0"/>
          </a:p>
        </p:txBody>
      </p:sp>
      <p:sp>
        <p:nvSpPr>
          <p:cNvPr id="7" name="Subtitle 6">
            <a:extLst>
              <a:ext uri="{FF2B5EF4-FFF2-40B4-BE49-F238E27FC236}">
                <a16:creationId xmlns:a16="http://schemas.microsoft.com/office/drawing/2014/main" id="{C084C286-F96E-40C3-F99E-D635908298B4}"/>
              </a:ext>
            </a:extLst>
          </p:cNvPr>
          <p:cNvSpPr>
            <a:spLocks noGrp="1"/>
          </p:cNvSpPr>
          <p:nvPr>
            <p:ph type="subTitle" idx="3"/>
          </p:nvPr>
        </p:nvSpPr>
        <p:spPr/>
        <p:txBody>
          <a:bodyPr/>
          <a:lstStyle/>
          <a:p>
            <a:endParaRPr lang="en-US"/>
          </a:p>
        </p:txBody>
      </p:sp>
      <p:pic>
        <p:nvPicPr>
          <p:cNvPr id="2" name="Picture 1" descr="A red sun with arrows around it&#10;&#10;AI-generated content may be incorrect.">
            <a:extLst>
              <a:ext uri="{FF2B5EF4-FFF2-40B4-BE49-F238E27FC236}">
                <a16:creationId xmlns:a16="http://schemas.microsoft.com/office/drawing/2014/main" id="{F8137045-E33C-A088-95D3-1C252E2F8B1E}"/>
              </a:ext>
            </a:extLst>
          </p:cNvPr>
          <p:cNvPicPr>
            <a:picLocks noChangeAspect="1"/>
          </p:cNvPicPr>
          <p:nvPr/>
        </p:nvPicPr>
        <p:blipFill>
          <a:blip r:embed="rId3"/>
          <a:srcRect r="-901" b="-901"/>
          <a:stretch>
            <a:fillRect/>
          </a:stretch>
        </p:blipFill>
        <p:spPr>
          <a:xfrm>
            <a:off x="1454772" y="2647253"/>
            <a:ext cx="1117868" cy="1174547"/>
          </a:xfrm>
          <a:prstGeom prst="rect">
            <a:avLst/>
          </a:prstGeom>
        </p:spPr>
      </p:pic>
      <p:pic>
        <p:nvPicPr>
          <p:cNvPr id="3" name="Picture 2" descr="A red line art of a computer&#10;&#10;AI-generated content may be incorrect.">
            <a:extLst>
              <a:ext uri="{FF2B5EF4-FFF2-40B4-BE49-F238E27FC236}">
                <a16:creationId xmlns:a16="http://schemas.microsoft.com/office/drawing/2014/main" id="{97318354-C160-6630-E4E0-E945F44284E1}"/>
              </a:ext>
            </a:extLst>
          </p:cNvPr>
          <p:cNvPicPr>
            <a:picLocks noChangeAspect="1"/>
          </p:cNvPicPr>
          <p:nvPr/>
        </p:nvPicPr>
        <p:blipFill>
          <a:blip r:embed="rId4"/>
          <a:srcRect b="645"/>
          <a:stretch>
            <a:fillRect/>
          </a:stretch>
        </p:blipFill>
        <p:spPr>
          <a:xfrm>
            <a:off x="9022048" y="2520418"/>
            <a:ext cx="1355813" cy="1463222"/>
          </a:xfrm>
          <a:prstGeom prst="rect">
            <a:avLst/>
          </a:prstGeom>
        </p:spPr>
      </p:pic>
      <p:sp>
        <p:nvSpPr>
          <p:cNvPr id="15" name="TextBox 14">
            <a:extLst>
              <a:ext uri="{FF2B5EF4-FFF2-40B4-BE49-F238E27FC236}">
                <a16:creationId xmlns:a16="http://schemas.microsoft.com/office/drawing/2014/main" id="{15F917F8-AF97-B2C1-1FCA-700DC6442A5F}"/>
              </a:ext>
            </a:extLst>
          </p:cNvPr>
          <p:cNvSpPr txBox="1"/>
          <p:nvPr/>
        </p:nvSpPr>
        <p:spPr>
          <a:xfrm>
            <a:off x="4018485" y="3816513"/>
            <a:ext cx="1181734" cy="707886"/>
          </a:xfrm>
          <a:prstGeom prst="rect">
            <a:avLst/>
          </a:prstGeom>
          <a:noFill/>
        </p:spPr>
        <p:txBody>
          <a:bodyPr wrap="none" lIns="91440" tIns="45720" rIns="91440" bIns="45720" rtlCol="0" anchor="t">
            <a:spAutoFit/>
          </a:bodyPr>
          <a:lstStyle/>
          <a:p>
            <a:pPr algn="ctr"/>
            <a:r>
              <a:rPr lang="en-US" sz="2000"/>
              <a:t>DevOps </a:t>
            </a:r>
            <a:endParaRPr lang="en-US"/>
          </a:p>
          <a:p>
            <a:pPr algn="ctr"/>
            <a:r>
              <a:rPr lang="en-US" sz="2000"/>
              <a:t>Patterns</a:t>
            </a:r>
            <a:endParaRPr lang="en-US"/>
          </a:p>
        </p:txBody>
      </p:sp>
      <p:sp>
        <p:nvSpPr>
          <p:cNvPr id="17" name="TextBox 16">
            <a:extLst>
              <a:ext uri="{FF2B5EF4-FFF2-40B4-BE49-F238E27FC236}">
                <a16:creationId xmlns:a16="http://schemas.microsoft.com/office/drawing/2014/main" id="{0C48F9E6-1DC4-1311-DEA5-A06BEF3C2711}"/>
              </a:ext>
            </a:extLst>
          </p:cNvPr>
          <p:cNvSpPr txBox="1"/>
          <p:nvPr/>
        </p:nvSpPr>
        <p:spPr>
          <a:xfrm>
            <a:off x="6209722" y="3836562"/>
            <a:ext cx="1991251" cy="707886"/>
          </a:xfrm>
          <a:prstGeom prst="rect">
            <a:avLst/>
          </a:prstGeom>
          <a:noFill/>
        </p:spPr>
        <p:txBody>
          <a:bodyPr wrap="none" lIns="91440" tIns="45720" rIns="91440" bIns="45720" rtlCol="0" anchor="t">
            <a:spAutoFit/>
          </a:bodyPr>
          <a:lstStyle/>
          <a:p>
            <a:pPr algn="ctr"/>
            <a:r>
              <a:rPr lang="en-US" sz="2000"/>
              <a:t>Modern Artifact </a:t>
            </a:r>
            <a:endParaRPr lang="en-US"/>
          </a:p>
          <a:p>
            <a:pPr algn="ctr"/>
            <a:r>
              <a:rPr lang="en-US" sz="2000"/>
              <a:t>Management</a:t>
            </a:r>
            <a:endParaRPr lang="en-US"/>
          </a:p>
        </p:txBody>
      </p:sp>
      <p:sp>
        <p:nvSpPr>
          <p:cNvPr id="19" name="TextBox 18">
            <a:extLst>
              <a:ext uri="{FF2B5EF4-FFF2-40B4-BE49-F238E27FC236}">
                <a16:creationId xmlns:a16="http://schemas.microsoft.com/office/drawing/2014/main" id="{05D1E74B-B548-B17E-0114-673B12B1C0CA}"/>
              </a:ext>
            </a:extLst>
          </p:cNvPr>
          <p:cNvSpPr txBox="1"/>
          <p:nvPr/>
        </p:nvSpPr>
        <p:spPr>
          <a:xfrm>
            <a:off x="1184526" y="3836562"/>
            <a:ext cx="1658360" cy="707886"/>
          </a:xfrm>
          <a:prstGeom prst="rect">
            <a:avLst/>
          </a:prstGeom>
          <a:noFill/>
        </p:spPr>
        <p:txBody>
          <a:bodyPr wrap="square" lIns="91440" tIns="45720" rIns="91440" bIns="45720" rtlCol="0" anchor="t">
            <a:spAutoFit/>
          </a:bodyPr>
          <a:lstStyle/>
          <a:p>
            <a:pPr algn="ctr"/>
            <a:r>
              <a:rPr lang="en-US" sz="2000"/>
              <a:t>Automation </a:t>
            </a:r>
            <a:endParaRPr lang="en-US"/>
          </a:p>
          <a:p>
            <a:pPr algn="ctr"/>
            <a:r>
              <a:rPr lang="en-US" sz="2000"/>
              <a:t>First</a:t>
            </a:r>
            <a:endParaRPr lang="en-US"/>
          </a:p>
        </p:txBody>
      </p:sp>
      <p:sp>
        <p:nvSpPr>
          <p:cNvPr id="21" name="TextBox 20">
            <a:extLst>
              <a:ext uri="{FF2B5EF4-FFF2-40B4-BE49-F238E27FC236}">
                <a16:creationId xmlns:a16="http://schemas.microsoft.com/office/drawing/2014/main" id="{38F2B1C3-5921-C67A-DDCE-20816F43BEA1}"/>
              </a:ext>
            </a:extLst>
          </p:cNvPr>
          <p:cNvSpPr txBox="1"/>
          <p:nvPr/>
        </p:nvSpPr>
        <p:spPr>
          <a:xfrm>
            <a:off x="2814323" y="1861438"/>
            <a:ext cx="6588663" cy="461665"/>
          </a:xfrm>
          <a:prstGeom prst="rect">
            <a:avLst/>
          </a:prstGeom>
          <a:noFill/>
        </p:spPr>
        <p:txBody>
          <a:bodyPr wrap="none" lIns="91440" tIns="45720" rIns="91440" bIns="45720" rtlCol="0" anchor="t">
            <a:spAutoFit/>
          </a:bodyPr>
          <a:lstStyle/>
          <a:p>
            <a:r>
              <a:rPr lang="en-US" sz="2400"/>
              <a:t>Reduce manual effort in Retail by introducing:</a:t>
            </a:r>
          </a:p>
        </p:txBody>
      </p:sp>
      <p:sp>
        <p:nvSpPr>
          <p:cNvPr id="22" name="TextBox 21">
            <a:extLst>
              <a:ext uri="{FF2B5EF4-FFF2-40B4-BE49-F238E27FC236}">
                <a16:creationId xmlns:a16="http://schemas.microsoft.com/office/drawing/2014/main" id="{13F4FB30-E034-6A1C-104F-587858571439}"/>
              </a:ext>
            </a:extLst>
          </p:cNvPr>
          <p:cNvSpPr txBox="1"/>
          <p:nvPr/>
        </p:nvSpPr>
        <p:spPr>
          <a:xfrm>
            <a:off x="2220411" y="5228681"/>
            <a:ext cx="7776488" cy="400110"/>
          </a:xfrm>
          <a:prstGeom prst="rect">
            <a:avLst/>
          </a:prstGeom>
          <a:noFill/>
        </p:spPr>
        <p:txBody>
          <a:bodyPr wrap="none" lIns="91440" tIns="45720" rIns="91440" bIns="45720" rtlCol="0" anchor="t">
            <a:spAutoFit/>
          </a:bodyPr>
          <a:lstStyle/>
          <a:p>
            <a:r>
              <a:rPr lang="en-US" sz="2000"/>
              <a:t> Faster execution - improved accuracy, reliability, and consistency</a:t>
            </a:r>
          </a:p>
        </p:txBody>
      </p:sp>
      <p:sp>
        <p:nvSpPr>
          <p:cNvPr id="24" name="TextBox 23">
            <a:extLst>
              <a:ext uri="{FF2B5EF4-FFF2-40B4-BE49-F238E27FC236}">
                <a16:creationId xmlns:a16="http://schemas.microsoft.com/office/drawing/2014/main" id="{4CC79A75-7454-2945-7935-F9242052E59A}"/>
              </a:ext>
            </a:extLst>
          </p:cNvPr>
          <p:cNvSpPr txBox="1"/>
          <p:nvPr/>
        </p:nvSpPr>
        <p:spPr>
          <a:xfrm>
            <a:off x="8755483" y="3836562"/>
            <a:ext cx="1899450" cy="707886"/>
          </a:xfrm>
          <a:prstGeom prst="rect">
            <a:avLst/>
          </a:prstGeom>
          <a:noFill/>
        </p:spPr>
        <p:txBody>
          <a:bodyPr wrap="square" lIns="91440" tIns="45720" rIns="91440" bIns="45720" rtlCol="0" anchor="t">
            <a:spAutoFit/>
          </a:bodyPr>
          <a:lstStyle/>
          <a:p>
            <a:pPr algn="ctr"/>
            <a:r>
              <a:rPr lang="en-US" sz="2000"/>
              <a:t>Infrastructure as code</a:t>
            </a:r>
            <a:endParaRPr lang="en-US"/>
          </a:p>
        </p:txBody>
      </p:sp>
      <p:pic>
        <p:nvPicPr>
          <p:cNvPr id="27" name="Picture 26" descr="A red infinity symbol with an arrow&#10;&#10;AI-generated content may be incorrect.">
            <a:extLst>
              <a:ext uri="{FF2B5EF4-FFF2-40B4-BE49-F238E27FC236}">
                <a16:creationId xmlns:a16="http://schemas.microsoft.com/office/drawing/2014/main" id="{A9A78E65-04B3-6BB1-6FD7-37B3041FEA5F}"/>
              </a:ext>
            </a:extLst>
          </p:cNvPr>
          <p:cNvPicPr>
            <a:picLocks noChangeAspect="1"/>
          </p:cNvPicPr>
          <p:nvPr/>
        </p:nvPicPr>
        <p:blipFill>
          <a:blip r:embed="rId5"/>
          <a:srcRect/>
          <a:stretch>
            <a:fillRect/>
          </a:stretch>
        </p:blipFill>
        <p:spPr>
          <a:xfrm>
            <a:off x="3830057" y="2542062"/>
            <a:ext cx="1558590" cy="1448302"/>
          </a:xfrm>
          <a:prstGeom prst="rect">
            <a:avLst/>
          </a:prstGeom>
        </p:spPr>
      </p:pic>
      <p:pic>
        <p:nvPicPr>
          <p:cNvPr id="8" name="Picture 7" descr="A red logo with black background&#10;&#10;AI-generated content may be incorrect.">
            <a:extLst>
              <a:ext uri="{FF2B5EF4-FFF2-40B4-BE49-F238E27FC236}">
                <a16:creationId xmlns:a16="http://schemas.microsoft.com/office/drawing/2014/main" id="{47EEBA11-572E-088F-1C5F-74C5CDBDED8F}"/>
              </a:ext>
            </a:extLst>
          </p:cNvPr>
          <p:cNvPicPr>
            <a:picLocks noChangeAspect="1"/>
          </p:cNvPicPr>
          <p:nvPr/>
        </p:nvPicPr>
        <p:blipFill>
          <a:blip r:embed="rId6"/>
          <a:srcRect/>
          <a:stretch>
            <a:fillRect/>
          </a:stretch>
        </p:blipFill>
        <p:spPr>
          <a:xfrm>
            <a:off x="6646065" y="2675244"/>
            <a:ext cx="1118565" cy="1118566"/>
          </a:xfrm>
          <a:prstGeom prst="rect">
            <a:avLst/>
          </a:prstGeom>
        </p:spPr>
      </p:pic>
    </p:spTree>
    <p:extLst>
      <p:ext uri="{BB962C8B-B14F-4D97-AF65-F5344CB8AC3E}">
        <p14:creationId xmlns:p14="http://schemas.microsoft.com/office/powerpoint/2010/main" val="2636559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C715246-863F-5726-1598-142F9911B4A3}"/>
              </a:ext>
            </a:extLst>
          </p:cNvPr>
          <p:cNvSpPr/>
          <p:nvPr/>
        </p:nvSpPr>
        <p:spPr>
          <a:xfrm>
            <a:off x="484196" y="1404161"/>
            <a:ext cx="11069175" cy="4629003"/>
          </a:xfrm>
          <a:prstGeom prst="rect">
            <a:avLst/>
          </a:prstGeom>
          <a:ln>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Subtitle 1">
            <a:extLst>
              <a:ext uri="{FF2B5EF4-FFF2-40B4-BE49-F238E27FC236}">
                <a16:creationId xmlns:a16="http://schemas.microsoft.com/office/drawing/2014/main" id="{D903637A-EF90-73B9-8893-73AE5FB728A9}"/>
              </a:ext>
            </a:extLst>
          </p:cNvPr>
          <p:cNvSpPr>
            <a:spLocks noGrp="1"/>
          </p:cNvSpPr>
          <p:nvPr>
            <p:ph type="subTitle" idx="1"/>
          </p:nvPr>
        </p:nvSpPr>
        <p:spPr>
          <a:xfrm>
            <a:off x="92327" y="128649"/>
            <a:ext cx="5830051" cy="898469"/>
          </a:xfrm>
        </p:spPr>
        <p:txBody>
          <a:bodyPr/>
          <a:lstStyle/>
          <a:p>
            <a:r>
              <a:rPr lang="en-US" sz="2400" dirty="0">
                <a:solidFill>
                  <a:srgbClr val="EE0000"/>
                </a:solidFill>
                <a:latin typeface="Red Hat Text Medium" panose="020B0604020202020204" charset="0"/>
                <a:ea typeface="Red Hat Text Medium" panose="020B0604020202020204" charset="0"/>
                <a:cs typeface="Red Hat Text Medium" panose="020B0604020202020204" charset="0"/>
              </a:rPr>
              <a:t>Retail Modernization Automation</a:t>
            </a:r>
            <a:endParaRPr lang="en-US" sz="2400" dirty="0">
              <a:latin typeface="Red Hat Text Medium" panose="020B0604020202020204" charset="0"/>
              <a:ea typeface="Red Hat Text Medium" panose="020B0604020202020204" charset="0"/>
              <a:cs typeface="Red Hat Text Medium" panose="020B0604020202020204" charset="0"/>
            </a:endParaRPr>
          </a:p>
        </p:txBody>
      </p:sp>
      <p:sp>
        <p:nvSpPr>
          <p:cNvPr id="6" name="Subtitle 5">
            <a:extLst>
              <a:ext uri="{FF2B5EF4-FFF2-40B4-BE49-F238E27FC236}">
                <a16:creationId xmlns:a16="http://schemas.microsoft.com/office/drawing/2014/main" id="{B2D20C1A-8A46-9668-F54C-CD063ECE7F05}"/>
              </a:ext>
            </a:extLst>
          </p:cNvPr>
          <p:cNvSpPr>
            <a:spLocks noGrp="1"/>
          </p:cNvSpPr>
          <p:nvPr>
            <p:ph type="subTitle" idx="2"/>
          </p:nvPr>
        </p:nvSpPr>
        <p:spPr/>
        <p:txBody>
          <a:bodyPr/>
          <a:lstStyle/>
          <a:p>
            <a:endParaRPr lang="en-US"/>
          </a:p>
        </p:txBody>
      </p:sp>
      <p:sp>
        <p:nvSpPr>
          <p:cNvPr id="7" name="Text Placeholder 7">
            <a:extLst>
              <a:ext uri="{FF2B5EF4-FFF2-40B4-BE49-F238E27FC236}">
                <a16:creationId xmlns:a16="http://schemas.microsoft.com/office/drawing/2014/main" id="{1DD2BF80-46BF-E16A-D9E1-925CFACC985F}"/>
              </a:ext>
            </a:extLst>
          </p:cNvPr>
          <p:cNvSpPr txBox="1">
            <a:spLocks/>
          </p:cNvSpPr>
          <p:nvPr/>
        </p:nvSpPr>
        <p:spPr>
          <a:xfrm>
            <a:off x="1433864" y="3783423"/>
            <a:ext cx="1998180" cy="484003"/>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dirty="0"/>
              <a:t>Kubernetes</a:t>
            </a:r>
          </a:p>
        </p:txBody>
      </p:sp>
      <p:sp>
        <p:nvSpPr>
          <p:cNvPr id="4" name="Text Placeholder 7">
            <a:extLst>
              <a:ext uri="{FF2B5EF4-FFF2-40B4-BE49-F238E27FC236}">
                <a16:creationId xmlns:a16="http://schemas.microsoft.com/office/drawing/2014/main" id="{4E60BA71-E915-AEB3-2351-FB170FB855B2}"/>
              </a:ext>
            </a:extLst>
          </p:cNvPr>
          <p:cNvSpPr txBox="1">
            <a:spLocks/>
          </p:cNvSpPr>
          <p:nvPr/>
        </p:nvSpPr>
        <p:spPr>
          <a:xfrm>
            <a:off x="4387344" y="3771139"/>
            <a:ext cx="3411755" cy="508572"/>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dirty="0"/>
              <a:t>Software Delivery</a:t>
            </a:r>
          </a:p>
          <a:p>
            <a:endParaRPr lang="en-US" dirty="0"/>
          </a:p>
        </p:txBody>
      </p:sp>
      <p:sp>
        <p:nvSpPr>
          <p:cNvPr id="5" name="Text Placeholder 7">
            <a:extLst>
              <a:ext uri="{FF2B5EF4-FFF2-40B4-BE49-F238E27FC236}">
                <a16:creationId xmlns:a16="http://schemas.microsoft.com/office/drawing/2014/main" id="{2E3FBFBF-79BE-2389-A4E9-8D3D759180F3}"/>
              </a:ext>
            </a:extLst>
          </p:cNvPr>
          <p:cNvSpPr txBox="1">
            <a:spLocks/>
          </p:cNvSpPr>
          <p:nvPr/>
        </p:nvSpPr>
        <p:spPr>
          <a:xfrm>
            <a:off x="9107854" y="3783423"/>
            <a:ext cx="1584007" cy="613890"/>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dirty="0"/>
              <a:t>Operations</a:t>
            </a:r>
          </a:p>
        </p:txBody>
      </p:sp>
      <p:grpSp>
        <p:nvGrpSpPr>
          <p:cNvPr id="11" name="Group 10">
            <a:extLst>
              <a:ext uri="{FF2B5EF4-FFF2-40B4-BE49-F238E27FC236}">
                <a16:creationId xmlns:a16="http://schemas.microsoft.com/office/drawing/2014/main" id="{B87363AC-BDA1-B456-B096-DFC8CEBEA110}"/>
              </a:ext>
            </a:extLst>
          </p:cNvPr>
          <p:cNvGrpSpPr/>
          <p:nvPr/>
        </p:nvGrpSpPr>
        <p:grpSpPr>
          <a:xfrm>
            <a:off x="9280066" y="2391636"/>
            <a:ext cx="1079203" cy="1068725"/>
            <a:chOff x="8856146" y="3717381"/>
            <a:chExt cx="1556489" cy="1541377"/>
          </a:xfrm>
        </p:grpSpPr>
        <p:pic>
          <p:nvPicPr>
            <p:cNvPr id="9" name="Picture 8" descr="A red headphones with a black background&#10;&#10;AI-generated content may be incorrect.">
              <a:extLst>
                <a:ext uri="{FF2B5EF4-FFF2-40B4-BE49-F238E27FC236}">
                  <a16:creationId xmlns:a16="http://schemas.microsoft.com/office/drawing/2014/main" id="{DD3C65F0-07E7-76EB-1A51-9EE490A9B564}"/>
                </a:ext>
              </a:extLst>
            </p:cNvPr>
            <p:cNvPicPr>
              <a:picLocks noChangeAspect="1"/>
            </p:cNvPicPr>
            <p:nvPr/>
          </p:nvPicPr>
          <p:blipFill>
            <a:blip r:embed="rId3"/>
            <a:srcRect r="-680" b="676"/>
            <a:stretch>
              <a:fillRect/>
            </a:stretch>
          </p:blipFill>
          <p:spPr>
            <a:xfrm>
              <a:off x="8947778" y="3803299"/>
              <a:ext cx="1404200" cy="1391815"/>
            </a:xfrm>
            <a:prstGeom prst="rect">
              <a:avLst/>
            </a:prstGeom>
            <a:ln w="12700">
              <a:noFill/>
              <a:prstDash val="solid"/>
              <a:extLst>
                <a:ext uri="{C807C97D-BFC1-408E-A445-0C87EB9F89A2}">
                  <ask:lineSketchStyleProps xmlns:ask="http://schemas.microsoft.com/office/drawing/2018/sketchyshapes" sd="3499211612">
                    <a:custGeom>
                      <a:avLst/>
                      <a:gdLst>
                        <a:gd name="csX0" fmla="*/ 0 w 1484411"/>
                        <a:gd name="csY0" fmla="*/ 0 h 1477754"/>
                        <a:gd name="csX1" fmla="*/ 1484411 w 1484411"/>
                        <a:gd name="csY1" fmla="*/ 0 h 1477754"/>
                        <a:gd name="csX2" fmla="*/ 1484411 w 1484411"/>
                        <a:gd name="csY2" fmla="*/ 1477754 h 1477754"/>
                        <a:gd name="csX3" fmla="*/ 0 w 1484411"/>
                        <a:gd name="csY3" fmla="*/ 1477754 h 1477754"/>
                        <a:gd name="csX4" fmla="*/ 0 w 1484411"/>
                        <a:gd name="csY4" fmla="*/ 0 h 1477754"/>
                      </a:gdLst>
                      <a:ahLst/>
                      <a:cxnLst>
                        <a:cxn ang="0">
                          <a:pos x="csX0" y="csY0"/>
                        </a:cxn>
                        <a:cxn ang="0">
                          <a:pos x="csX1" y="csY1"/>
                        </a:cxn>
                        <a:cxn ang="0">
                          <a:pos x="csX2" y="csY2"/>
                        </a:cxn>
                        <a:cxn ang="0">
                          <a:pos x="csX3" y="csY3"/>
                        </a:cxn>
                        <a:cxn ang="0">
                          <a:pos x="csX4" y="csY4"/>
                        </a:cxn>
                      </a:cxnLst>
                      <a:rect l="l" t="t" r="r" b="b"/>
                      <a:pathLst>
                        <a:path w="1484411" h="1477754" fill="none" extrusionOk="0">
                          <a:moveTo>
                            <a:pt x="0" y="0"/>
                          </a:moveTo>
                          <a:cubicBezTo>
                            <a:pt x="574596" y="-101599"/>
                            <a:pt x="1299801" y="-100881"/>
                            <a:pt x="1484411" y="0"/>
                          </a:cubicBezTo>
                          <a:cubicBezTo>
                            <a:pt x="1466481" y="302174"/>
                            <a:pt x="1590823" y="750672"/>
                            <a:pt x="1484411" y="1477754"/>
                          </a:cubicBezTo>
                          <a:cubicBezTo>
                            <a:pt x="1237605" y="1470072"/>
                            <a:pt x="193926" y="1475786"/>
                            <a:pt x="0" y="1477754"/>
                          </a:cubicBezTo>
                          <a:cubicBezTo>
                            <a:pt x="-46081" y="1015250"/>
                            <a:pt x="-124010" y="386671"/>
                            <a:pt x="0" y="0"/>
                          </a:cubicBezTo>
                          <a:close/>
                        </a:path>
                        <a:path w="1484411" h="1477754" stroke="0" extrusionOk="0">
                          <a:moveTo>
                            <a:pt x="0" y="0"/>
                          </a:moveTo>
                          <a:cubicBezTo>
                            <a:pt x="176153" y="127820"/>
                            <a:pt x="970769" y="-6024"/>
                            <a:pt x="1484411" y="0"/>
                          </a:cubicBezTo>
                          <a:cubicBezTo>
                            <a:pt x="1509513" y="452554"/>
                            <a:pt x="1520969" y="970715"/>
                            <a:pt x="1484411" y="1477754"/>
                          </a:cubicBezTo>
                          <a:cubicBezTo>
                            <a:pt x="1218761" y="1375604"/>
                            <a:pt x="376406" y="1571092"/>
                            <a:pt x="0" y="1477754"/>
                          </a:cubicBezTo>
                          <a:cubicBezTo>
                            <a:pt x="-127394" y="874250"/>
                            <a:pt x="27232" y="193534"/>
                            <a:pt x="0" y="0"/>
                          </a:cubicBezTo>
                          <a:close/>
                        </a:path>
                      </a:pathLst>
                    </a:custGeom>
                    <ask:type>
                      <ask:lineSketchNone/>
                    </ask:type>
                  </ask:lineSketchStyleProps>
                </a:ext>
              </a:extLst>
            </a:ln>
          </p:spPr>
        </p:pic>
        <p:sp>
          <p:nvSpPr>
            <p:cNvPr id="10" name="Rectangle: Rounded Corners 9">
              <a:extLst>
                <a:ext uri="{FF2B5EF4-FFF2-40B4-BE49-F238E27FC236}">
                  <a16:creationId xmlns:a16="http://schemas.microsoft.com/office/drawing/2014/main" id="{3EDA1740-DFFD-62C0-9EC8-BD228872C5D9}"/>
                </a:ext>
              </a:extLst>
            </p:cNvPr>
            <p:cNvSpPr/>
            <p:nvPr/>
          </p:nvSpPr>
          <p:spPr>
            <a:xfrm>
              <a:off x="8856146" y="3717381"/>
              <a:ext cx="1556489" cy="1541377"/>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C558C81C-0551-6DDE-FFEF-5D99E78C0C32}"/>
              </a:ext>
            </a:extLst>
          </p:cNvPr>
          <p:cNvGrpSpPr/>
          <p:nvPr/>
        </p:nvGrpSpPr>
        <p:grpSpPr>
          <a:xfrm>
            <a:off x="1649479" y="2362764"/>
            <a:ext cx="1113672" cy="1130648"/>
            <a:chOff x="2014955" y="3680583"/>
            <a:chExt cx="1606202" cy="1630686"/>
          </a:xfrm>
        </p:grpSpPr>
        <p:pic>
          <p:nvPicPr>
            <p:cNvPr id="12" name="Picture 11" descr="A red and black logo&#10;&#10;AI-generated content may be incorrect.">
              <a:extLst>
                <a:ext uri="{FF2B5EF4-FFF2-40B4-BE49-F238E27FC236}">
                  <a16:creationId xmlns:a16="http://schemas.microsoft.com/office/drawing/2014/main" id="{3D8ADCA8-A4A2-EE31-703F-4FDC2F02E15B}"/>
                </a:ext>
              </a:extLst>
            </p:cNvPr>
            <p:cNvPicPr>
              <a:picLocks noChangeAspect="1"/>
            </p:cNvPicPr>
            <p:nvPr/>
          </p:nvPicPr>
          <p:blipFill>
            <a:blip r:embed="rId4"/>
            <a:srcRect r="676"/>
            <a:stretch>
              <a:fillRect/>
            </a:stretch>
          </p:blipFill>
          <p:spPr>
            <a:xfrm>
              <a:off x="2014955" y="3680583"/>
              <a:ext cx="1575088" cy="1630686"/>
            </a:xfrm>
            <a:prstGeom prst="rect">
              <a:avLst/>
            </a:prstGeom>
          </p:spPr>
        </p:pic>
        <p:sp>
          <p:nvSpPr>
            <p:cNvPr id="21" name="Rectangle: Rounded Corners 20">
              <a:extLst>
                <a:ext uri="{FF2B5EF4-FFF2-40B4-BE49-F238E27FC236}">
                  <a16:creationId xmlns:a16="http://schemas.microsoft.com/office/drawing/2014/main" id="{B9939963-4BDD-32D6-1F22-87E81C08002A}"/>
                </a:ext>
              </a:extLst>
            </p:cNvPr>
            <p:cNvSpPr/>
            <p:nvPr/>
          </p:nvSpPr>
          <p:spPr>
            <a:xfrm>
              <a:off x="2064668" y="3717380"/>
              <a:ext cx="1556489" cy="1545207"/>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0A5D33E7-547D-C1B8-83D8-D80A348F29AD}"/>
              </a:ext>
            </a:extLst>
          </p:cNvPr>
          <p:cNvGrpSpPr/>
          <p:nvPr/>
        </p:nvGrpSpPr>
        <p:grpSpPr>
          <a:xfrm>
            <a:off x="5543042" y="2386332"/>
            <a:ext cx="1100358" cy="1092382"/>
            <a:chOff x="5321682" y="3427867"/>
            <a:chExt cx="1556489" cy="1545207"/>
          </a:xfrm>
        </p:grpSpPr>
        <p:pic>
          <p:nvPicPr>
            <p:cNvPr id="8" name="Picture 7" descr="A red arrow pointing to a curved arrow&#10;&#10;AI-generated content may be incorrect.">
              <a:extLst>
                <a:ext uri="{FF2B5EF4-FFF2-40B4-BE49-F238E27FC236}">
                  <a16:creationId xmlns:a16="http://schemas.microsoft.com/office/drawing/2014/main" id="{F1F053DC-F398-7FB0-5382-66FB48A2D678}"/>
                </a:ext>
              </a:extLst>
            </p:cNvPr>
            <p:cNvPicPr>
              <a:picLocks noChangeAspect="1"/>
            </p:cNvPicPr>
            <p:nvPr/>
          </p:nvPicPr>
          <p:blipFill>
            <a:blip r:embed="rId5"/>
            <a:srcRect r="-680" b="-680"/>
            <a:stretch>
              <a:fillRect/>
            </a:stretch>
          </p:blipFill>
          <p:spPr>
            <a:xfrm>
              <a:off x="5417103" y="3533278"/>
              <a:ext cx="1357793" cy="1369251"/>
            </a:xfrm>
            <a:prstGeom prst="rect">
              <a:avLst/>
            </a:prstGeom>
          </p:spPr>
        </p:pic>
        <p:sp>
          <p:nvSpPr>
            <p:cNvPr id="16" name="Rectangle: Rounded Corners 15">
              <a:extLst>
                <a:ext uri="{FF2B5EF4-FFF2-40B4-BE49-F238E27FC236}">
                  <a16:creationId xmlns:a16="http://schemas.microsoft.com/office/drawing/2014/main" id="{88961B39-65F2-AB09-54A3-CA61948D6D1A}"/>
                </a:ext>
              </a:extLst>
            </p:cNvPr>
            <p:cNvSpPr/>
            <p:nvPr/>
          </p:nvSpPr>
          <p:spPr>
            <a:xfrm>
              <a:off x="5321682" y="3427867"/>
              <a:ext cx="1556489" cy="1545207"/>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 name="Straight Connector 14">
            <a:extLst>
              <a:ext uri="{FF2B5EF4-FFF2-40B4-BE49-F238E27FC236}">
                <a16:creationId xmlns:a16="http://schemas.microsoft.com/office/drawing/2014/main" id="{E52EBDB1-721B-4996-153F-723F9D5D45D7}"/>
              </a:ext>
            </a:extLst>
          </p:cNvPr>
          <p:cNvCxnSpPr>
            <a:cxnSpLocks/>
          </p:cNvCxnSpPr>
          <p:nvPr/>
        </p:nvCxnSpPr>
        <p:spPr>
          <a:xfrm>
            <a:off x="536183" y="3623361"/>
            <a:ext cx="11017188" cy="0"/>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18" name="TextBox 17">
            <a:extLst>
              <a:ext uri="{FF2B5EF4-FFF2-40B4-BE49-F238E27FC236}">
                <a16:creationId xmlns:a16="http://schemas.microsoft.com/office/drawing/2014/main" id="{BE5183AC-766A-A266-085C-9A47BCE55267}"/>
              </a:ext>
            </a:extLst>
          </p:cNvPr>
          <p:cNvSpPr txBox="1"/>
          <p:nvPr/>
        </p:nvSpPr>
        <p:spPr>
          <a:xfrm>
            <a:off x="1291641" y="1913527"/>
            <a:ext cx="1829347" cy="461665"/>
          </a:xfrm>
          <a:prstGeom prst="rect">
            <a:avLst/>
          </a:prstGeom>
          <a:noFill/>
        </p:spPr>
        <p:txBody>
          <a:bodyPr wrap="none" rtlCol="0">
            <a:spAutoFit/>
          </a:bodyPr>
          <a:lstStyle/>
          <a:p>
            <a:r>
              <a:rPr lang="en-US" sz="2400" b="1" dirty="0"/>
              <a:t>2021 - 2022</a:t>
            </a:r>
          </a:p>
        </p:txBody>
      </p:sp>
      <p:sp>
        <p:nvSpPr>
          <p:cNvPr id="19" name="TextBox 18">
            <a:extLst>
              <a:ext uri="{FF2B5EF4-FFF2-40B4-BE49-F238E27FC236}">
                <a16:creationId xmlns:a16="http://schemas.microsoft.com/office/drawing/2014/main" id="{2D76A7E0-C067-D6B1-180C-5EEA88CFE1A4}"/>
              </a:ext>
            </a:extLst>
          </p:cNvPr>
          <p:cNvSpPr txBox="1"/>
          <p:nvPr/>
        </p:nvSpPr>
        <p:spPr>
          <a:xfrm>
            <a:off x="5175771" y="1913527"/>
            <a:ext cx="1829347" cy="461665"/>
          </a:xfrm>
          <a:prstGeom prst="rect">
            <a:avLst/>
          </a:prstGeom>
          <a:noFill/>
        </p:spPr>
        <p:txBody>
          <a:bodyPr wrap="none" rtlCol="0">
            <a:spAutoFit/>
          </a:bodyPr>
          <a:lstStyle/>
          <a:p>
            <a:r>
              <a:rPr lang="en-US" sz="2400" b="1" dirty="0"/>
              <a:t>2023 - 2024</a:t>
            </a:r>
          </a:p>
        </p:txBody>
      </p:sp>
      <p:sp>
        <p:nvSpPr>
          <p:cNvPr id="20" name="TextBox 19">
            <a:extLst>
              <a:ext uri="{FF2B5EF4-FFF2-40B4-BE49-F238E27FC236}">
                <a16:creationId xmlns:a16="http://schemas.microsoft.com/office/drawing/2014/main" id="{089A651B-0267-6F88-9C90-235C88C060C4}"/>
              </a:ext>
            </a:extLst>
          </p:cNvPr>
          <p:cNvSpPr txBox="1"/>
          <p:nvPr/>
        </p:nvSpPr>
        <p:spPr>
          <a:xfrm>
            <a:off x="8947473" y="1929971"/>
            <a:ext cx="1744388" cy="461665"/>
          </a:xfrm>
          <a:prstGeom prst="rect">
            <a:avLst/>
          </a:prstGeom>
          <a:noFill/>
        </p:spPr>
        <p:txBody>
          <a:bodyPr wrap="none" rtlCol="0">
            <a:spAutoFit/>
          </a:bodyPr>
          <a:lstStyle/>
          <a:p>
            <a:r>
              <a:rPr lang="en-US" sz="2400" b="1" dirty="0"/>
              <a:t>2025- 2026</a:t>
            </a:r>
          </a:p>
        </p:txBody>
      </p:sp>
      <p:sp>
        <p:nvSpPr>
          <p:cNvPr id="25" name="TextBox 24">
            <a:extLst>
              <a:ext uri="{FF2B5EF4-FFF2-40B4-BE49-F238E27FC236}">
                <a16:creationId xmlns:a16="http://schemas.microsoft.com/office/drawing/2014/main" id="{547AA19A-EB06-29CC-88CB-FB335D2C1E73}"/>
              </a:ext>
            </a:extLst>
          </p:cNvPr>
          <p:cNvSpPr txBox="1"/>
          <p:nvPr/>
        </p:nvSpPr>
        <p:spPr>
          <a:xfrm>
            <a:off x="484196" y="4248060"/>
            <a:ext cx="4048111" cy="1785104"/>
          </a:xfrm>
          <a:prstGeom prst="rect">
            <a:avLst/>
          </a:prstGeom>
          <a:noFill/>
        </p:spPr>
        <p:txBody>
          <a:bodyPr wrap="square" rtlCol="0">
            <a:spAutoFit/>
          </a:bodyPr>
          <a:lstStyle/>
          <a:p>
            <a:pPr marL="285750" indent="-285750">
              <a:buFont typeface="Arial" panose="020B0604020202020204" pitchFamily="34" charset="0"/>
              <a:buChar char="•"/>
            </a:pPr>
            <a:r>
              <a:rPr lang="en-US" sz="1600" dirty="0"/>
              <a:t>F</a:t>
            </a:r>
            <a:r>
              <a:rPr lang="en-US" sz="1600" b="0" i="0" u="none" strike="noStrike" baseline="0" dirty="0">
                <a:solidFill>
                  <a:srgbClr val="000000"/>
                </a:solidFill>
                <a:latin typeface="Arial"/>
                <a:ea typeface="Arial"/>
                <a:cs typeface="Arial"/>
              </a:rPr>
              <a:t>orced to rethink automat</a:t>
            </a:r>
            <a:r>
              <a:rPr lang="en-US" sz="1600" dirty="0"/>
              <a:t>ion</a:t>
            </a:r>
            <a:r>
              <a:rPr lang="en-US" sz="1600" b="0" i="0" u="none" strike="noStrike" baseline="0" dirty="0">
                <a:solidFill>
                  <a:srgbClr val="000000"/>
                </a:solidFill>
                <a:latin typeface="Arial"/>
                <a:ea typeface="Arial"/>
                <a:cs typeface="Arial"/>
              </a:rPr>
              <a:t> at edge</a:t>
            </a:r>
            <a:endParaRPr lang="en-US" sz="1600" dirty="0"/>
          </a:p>
          <a:p>
            <a:pPr marL="285750" lvl="2" indent="-285750">
              <a:buFont typeface="Arial" panose="020B0604020202020204" pitchFamily="34" charset="0"/>
              <a:buChar char="•"/>
            </a:pPr>
            <a:r>
              <a:rPr lang="en-US" sz="1600" dirty="0"/>
              <a:t>Existing model couldn’t get us there ​</a:t>
            </a:r>
          </a:p>
          <a:p>
            <a:pPr marL="285750" lvl="0" indent="-285750">
              <a:buFont typeface="Arial" panose="020B0604020202020204" pitchFamily="34" charset="0"/>
              <a:buChar char="•"/>
            </a:pPr>
            <a:r>
              <a:rPr lang="en-US" sz="1600" dirty="0"/>
              <a:t>We leaned on data center​ success</a:t>
            </a:r>
          </a:p>
          <a:p>
            <a:pPr marL="285750" lvl="0" indent="-285750">
              <a:buFont typeface="Arial" panose="020B0604020202020204" pitchFamily="34" charset="0"/>
              <a:buChar char="•"/>
            </a:pPr>
            <a:r>
              <a:rPr lang="en-US" sz="1600" dirty="0"/>
              <a:t>Proved in the lab with full automation</a:t>
            </a:r>
          </a:p>
          <a:p>
            <a:pPr marL="285750" lvl="0" indent="-285750">
              <a:buFont typeface="Arial" panose="020B0604020202020204" pitchFamily="34" charset="0"/>
              <a:buChar char="•"/>
            </a:pPr>
            <a:r>
              <a:rPr lang="en-US" sz="1600" dirty="0"/>
              <a:t>Pilot in store (k8s only) ​</a:t>
            </a:r>
          </a:p>
          <a:p>
            <a:pPr marL="285750" indent="-285750">
              <a:buFont typeface="Arial" panose="020B0604020202020204" pitchFamily="34" charset="0"/>
              <a:buChar char="•"/>
            </a:pPr>
            <a:endParaRPr lang="en-US" sz="1600" dirty="0"/>
          </a:p>
          <a:p>
            <a:endParaRPr lang="en-US" dirty="0"/>
          </a:p>
        </p:txBody>
      </p:sp>
      <p:sp>
        <p:nvSpPr>
          <p:cNvPr id="29" name="TextBox 28">
            <a:extLst>
              <a:ext uri="{FF2B5EF4-FFF2-40B4-BE49-F238E27FC236}">
                <a16:creationId xmlns:a16="http://schemas.microsoft.com/office/drawing/2014/main" id="{510D8118-9060-C303-7BCB-6ED49F009590}"/>
              </a:ext>
            </a:extLst>
          </p:cNvPr>
          <p:cNvSpPr txBox="1"/>
          <p:nvPr/>
        </p:nvSpPr>
        <p:spPr>
          <a:xfrm>
            <a:off x="4675474" y="4290851"/>
            <a:ext cx="3871573" cy="1538883"/>
          </a:xfrm>
          <a:prstGeom prst="rect">
            <a:avLst/>
          </a:prstGeom>
          <a:noFill/>
        </p:spPr>
        <p:txBody>
          <a:bodyPr wrap="none" rtlCol="0">
            <a:spAutoFit/>
          </a:bodyPr>
          <a:lstStyle/>
          <a:p>
            <a:pPr marL="285750" indent="-285750">
              <a:buFont typeface="Arial" panose="020B0604020202020204" pitchFamily="34" charset="0"/>
              <a:buChar char="•"/>
            </a:pPr>
            <a:r>
              <a:rPr lang="en-US" sz="1600" dirty="0"/>
              <a:t>Pilot deployments in stores</a:t>
            </a:r>
          </a:p>
          <a:p>
            <a:pPr marL="285750" indent="-285750">
              <a:buFont typeface="Arial" panose="020B0604020202020204" pitchFamily="34" charset="0"/>
              <a:buChar char="•"/>
            </a:pPr>
            <a:r>
              <a:rPr lang="en-US" sz="1600" dirty="0"/>
              <a:t>Mass single-node Kubernetes</a:t>
            </a:r>
          </a:p>
          <a:p>
            <a:pPr marL="285750" indent="-285750">
              <a:buFont typeface="Arial" panose="020B0604020202020204" pitchFamily="34" charset="0"/>
              <a:buChar char="•"/>
            </a:pPr>
            <a:r>
              <a:rPr lang="en-US" sz="1600" dirty="0"/>
              <a:t>Opportunity to align app deployments</a:t>
            </a:r>
          </a:p>
          <a:p>
            <a:pPr marL="285750" indent="-285750">
              <a:buFont typeface="Arial" panose="020B0604020202020204" pitchFamily="34" charset="0"/>
              <a:buChar char="•"/>
            </a:pPr>
            <a:r>
              <a:rPr lang="en-US" sz="1600" dirty="0"/>
              <a:t>POS, RSLP/</a:t>
            </a:r>
            <a:r>
              <a:rPr lang="en-US" sz="1600" dirty="0" err="1"/>
              <a:t>NewStore</a:t>
            </a:r>
            <a:endParaRPr lang="en-US" sz="1600" dirty="0"/>
          </a:p>
          <a:p>
            <a:pPr marL="285750" indent="-285750">
              <a:buFont typeface="Arial" panose="020B0604020202020204" pitchFamily="34" charset="0"/>
              <a:buChar char="•"/>
            </a:pPr>
            <a:endParaRPr lang="en-US" sz="1600" dirty="0"/>
          </a:p>
          <a:p>
            <a:endParaRPr lang="en-US" dirty="0"/>
          </a:p>
        </p:txBody>
      </p:sp>
      <p:sp>
        <p:nvSpPr>
          <p:cNvPr id="30" name="TextBox 29">
            <a:extLst>
              <a:ext uri="{FF2B5EF4-FFF2-40B4-BE49-F238E27FC236}">
                <a16:creationId xmlns:a16="http://schemas.microsoft.com/office/drawing/2014/main" id="{8394BB00-07C5-CD20-5698-4B68825F4219}"/>
              </a:ext>
            </a:extLst>
          </p:cNvPr>
          <p:cNvSpPr txBox="1"/>
          <p:nvPr/>
        </p:nvSpPr>
        <p:spPr>
          <a:xfrm>
            <a:off x="8744730" y="4290851"/>
            <a:ext cx="2808782" cy="800219"/>
          </a:xfrm>
          <a:prstGeom prst="rect">
            <a:avLst/>
          </a:prstGeom>
          <a:noFill/>
        </p:spPr>
        <p:txBody>
          <a:bodyPr wrap="none" rtlCol="0">
            <a:spAutoFit/>
          </a:bodyPr>
          <a:lstStyle/>
          <a:p>
            <a:pPr marL="285750" indent="-285750">
              <a:buFont typeface="Arial" panose="020B0604020202020204" pitchFamily="34" charset="0"/>
              <a:buChar char="•"/>
            </a:pPr>
            <a:r>
              <a:rPr lang="en-US" sz="1600" dirty="0"/>
              <a:t>Begin-3-node Kubernetes</a:t>
            </a:r>
          </a:p>
          <a:p>
            <a:pPr marL="285750" indent="-285750">
              <a:buFont typeface="Arial" panose="020B0604020202020204" pitchFamily="34" charset="0"/>
              <a:buChar char="•"/>
            </a:pPr>
            <a:r>
              <a:rPr lang="en-US" sz="1600" dirty="0"/>
              <a:t>Help Desk, RSU</a:t>
            </a:r>
          </a:p>
          <a:p>
            <a:endParaRPr lang="en-US" dirty="0"/>
          </a:p>
        </p:txBody>
      </p:sp>
      <p:pic>
        <p:nvPicPr>
          <p:cNvPr id="3" name="Google Shape;3001;p165" title="Technology_icon-Red_Hat-Ansible_Automation_Platform-Standard-RGB.png">
            <a:extLst>
              <a:ext uri="{FF2B5EF4-FFF2-40B4-BE49-F238E27FC236}">
                <a16:creationId xmlns:a16="http://schemas.microsoft.com/office/drawing/2014/main" id="{752D6037-A3A4-D0D1-DD5F-35CBA67E85F1}"/>
              </a:ext>
            </a:extLst>
          </p:cNvPr>
          <p:cNvPicPr preferRelativeResize="0"/>
          <p:nvPr/>
        </p:nvPicPr>
        <p:blipFill rotWithShape="1">
          <a:blip r:embed="rId6">
            <a:alphaModFix/>
          </a:blip>
          <a:srcRect/>
          <a:stretch/>
        </p:blipFill>
        <p:spPr>
          <a:xfrm>
            <a:off x="322767" y="3283658"/>
            <a:ext cx="679408" cy="679406"/>
          </a:xfrm>
          <a:prstGeom prst="rect">
            <a:avLst/>
          </a:prstGeom>
          <a:noFill/>
          <a:ln>
            <a:noFill/>
          </a:ln>
        </p:spPr>
      </p:pic>
      <p:sp>
        <p:nvSpPr>
          <p:cNvPr id="27" name="TextBox 26">
            <a:extLst>
              <a:ext uri="{FF2B5EF4-FFF2-40B4-BE49-F238E27FC236}">
                <a16:creationId xmlns:a16="http://schemas.microsoft.com/office/drawing/2014/main" id="{59DF78F3-9DC4-D12D-5640-6700DC302745}"/>
              </a:ext>
            </a:extLst>
          </p:cNvPr>
          <p:cNvSpPr txBox="1"/>
          <p:nvPr/>
        </p:nvSpPr>
        <p:spPr>
          <a:xfrm>
            <a:off x="4219068" y="3361751"/>
            <a:ext cx="394660" cy="523220"/>
          </a:xfrm>
          <a:prstGeom prst="rect">
            <a:avLst/>
          </a:prstGeom>
          <a:noFill/>
        </p:spPr>
        <p:txBody>
          <a:bodyPr wrap="none" rtlCol="0">
            <a:spAutoFit/>
          </a:bodyPr>
          <a:lstStyle/>
          <a:p>
            <a:r>
              <a:rPr lang="en-US" sz="2800" b="1" dirty="0">
                <a:solidFill>
                  <a:schemeClr val="tx1">
                    <a:lumMod val="50000"/>
                    <a:lumOff val="50000"/>
                  </a:schemeClr>
                </a:solidFill>
              </a:rPr>
              <a:t>&gt;</a:t>
            </a:r>
          </a:p>
        </p:txBody>
      </p:sp>
      <p:sp>
        <p:nvSpPr>
          <p:cNvPr id="28" name="TextBox 27">
            <a:extLst>
              <a:ext uri="{FF2B5EF4-FFF2-40B4-BE49-F238E27FC236}">
                <a16:creationId xmlns:a16="http://schemas.microsoft.com/office/drawing/2014/main" id="{D481A5F2-A3C1-1E0A-40E9-CCE0ACFB47EF}"/>
              </a:ext>
            </a:extLst>
          </p:cNvPr>
          <p:cNvSpPr txBox="1"/>
          <p:nvPr/>
        </p:nvSpPr>
        <p:spPr>
          <a:xfrm>
            <a:off x="8046271" y="3363258"/>
            <a:ext cx="394660" cy="523220"/>
          </a:xfrm>
          <a:prstGeom prst="rect">
            <a:avLst/>
          </a:prstGeom>
          <a:noFill/>
        </p:spPr>
        <p:txBody>
          <a:bodyPr wrap="none" rtlCol="0">
            <a:spAutoFit/>
          </a:bodyPr>
          <a:lstStyle/>
          <a:p>
            <a:r>
              <a:rPr lang="en-US" sz="2800" b="1" dirty="0">
                <a:solidFill>
                  <a:schemeClr val="tx1">
                    <a:lumMod val="50000"/>
                    <a:lumOff val="50000"/>
                  </a:schemeClr>
                </a:solidFill>
              </a:rPr>
              <a:t>&gt;</a:t>
            </a:r>
          </a:p>
        </p:txBody>
      </p:sp>
    </p:spTree>
    <p:extLst>
      <p:ext uri="{BB962C8B-B14F-4D97-AF65-F5344CB8AC3E}">
        <p14:creationId xmlns:p14="http://schemas.microsoft.com/office/powerpoint/2010/main" val="178734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BAFBF3-D54B-F9F8-9561-C1CE782426B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5</a:t>
            </a:fld>
            <a:endParaRPr lang="en"/>
          </a:p>
        </p:txBody>
      </p:sp>
      <p:sp>
        <p:nvSpPr>
          <p:cNvPr id="4" name="Subtitle 3">
            <a:extLst>
              <a:ext uri="{FF2B5EF4-FFF2-40B4-BE49-F238E27FC236}">
                <a16:creationId xmlns:a16="http://schemas.microsoft.com/office/drawing/2014/main" id="{59BFAF39-D822-A1DC-E82B-88FB1487E62D}"/>
              </a:ext>
            </a:extLst>
          </p:cNvPr>
          <p:cNvSpPr>
            <a:spLocks noGrp="1"/>
          </p:cNvSpPr>
          <p:nvPr>
            <p:ph type="subTitle" idx="2"/>
          </p:nvPr>
        </p:nvSpPr>
        <p:spPr/>
        <p:txBody>
          <a:bodyPr/>
          <a:lstStyle/>
          <a:p>
            <a:endParaRPr lang="en-US"/>
          </a:p>
        </p:txBody>
      </p:sp>
      <p:sp>
        <p:nvSpPr>
          <p:cNvPr id="5" name="TextBox 4">
            <a:extLst>
              <a:ext uri="{FF2B5EF4-FFF2-40B4-BE49-F238E27FC236}">
                <a16:creationId xmlns:a16="http://schemas.microsoft.com/office/drawing/2014/main" id="{3A450C1E-E047-31F5-B5D2-FBFB001E6B86}"/>
              </a:ext>
            </a:extLst>
          </p:cNvPr>
          <p:cNvSpPr txBox="1"/>
          <p:nvPr/>
        </p:nvSpPr>
        <p:spPr>
          <a:xfrm>
            <a:off x="559259" y="234084"/>
            <a:ext cx="4956806" cy="461665"/>
          </a:xfrm>
          <a:prstGeom prst="rect">
            <a:avLst/>
          </a:prstGeom>
          <a:noFill/>
        </p:spPr>
        <p:txBody>
          <a:bodyPr wrap="none" lIns="91440" tIns="45720" rIns="91440" bIns="45720" rtlCol="0" anchor="t">
            <a:spAutoFit/>
          </a:bodyPr>
          <a:lstStyle/>
          <a:p>
            <a:r>
              <a:rPr lang="en-US" sz="2400">
                <a:solidFill>
                  <a:srgbClr val="FF0000"/>
                </a:solidFill>
                <a:latin typeface="Red Hat Text Medium" panose="020B0604020202020204" charset="0"/>
                <a:ea typeface="Red Hat Text Medium" panose="020B0604020202020204" charset="0"/>
                <a:cs typeface="Red Hat Text Medium" panose="020B0604020202020204" charset="0"/>
              </a:rPr>
              <a:t>Kubernetes Cluster Orchestration</a:t>
            </a:r>
          </a:p>
        </p:txBody>
      </p:sp>
      <p:pic>
        <p:nvPicPr>
          <p:cNvPr id="2" name="Picture 1">
            <a:extLst>
              <a:ext uri="{FF2B5EF4-FFF2-40B4-BE49-F238E27FC236}">
                <a16:creationId xmlns:a16="http://schemas.microsoft.com/office/drawing/2014/main" id="{ABEC2092-A66C-09B4-4B80-4661DA7C5A1C}"/>
              </a:ext>
            </a:extLst>
          </p:cNvPr>
          <p:cNvPicPr>
            <a:picLocks noChangeAspect="1"/>
          </p:cNvPicPr>
          <p:nvPr/>
        </p:nvPicPr>
        <p:blipFill>
          <a:blip r:embed="rId3"/>
          <a:stretch>
            <a:fillRect/>
          </a:stretch>
        </p:blipFill>
        <p:spPr>
          <a:xfrm>
            <a:off x="880240" y="877901"/>
            <a:ext cx="10628589" cy="5154747"/>
          </a:xfrm>
          <a:prstGeom prst="rect">
            <a:avLst/>
          </a:prstGeom>
        </p:spPr>
      </p:pic>
    </p:spTree>
    <p:extLst>
      <p:ext uri="{BB962C8B-B14F-4D97-AF65-F5344CB8AC3E}">
        <p14:creationId xmlns:p14="http://schemas.microsoft.com/office/powerpoint/2010/main" val="2446860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241F48C-21E9-05EB-C001-6E667AFF845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a:t>
            </a:fld>
            <a:endParaRPr lang="en"/>
          </a:p>
        </p:txBody>
      </p:sp>
      <p:sp>
        <p:nvSpPr>
          <p:cNvPr id="5" name="TextBox 4">
            <a:extLst>
              <a:ext uri="{FF2B5EF4-FFF2-40B4-BE49-F238E27FC236}">
                <a16:creationId xmlns:a16="http://schemas.microsoft.com/office/drawing/2014/main" id="{63C20FAE-75D5-8AC1-876A-AD2DA25C7A1E}"/>
              </a:ext>
            </a:extLst>
          </p:cNvPr>
          <p:cNvSpPr txBox="1"/>
          <p:nvPr/>
        </p:nvSpPr>
        <p:spPr>
          <a:xfrm>
            <a:off x="585716" y="201531"/>
            <a:ext cx="4872047" cy="461665"/>
          </a:xfrm>
          <a:prstGeom prst="rect">
            <a:avLst/>
          </a:prstGeom>
          <a:noFill/>
        </p:spPr>
        <p:txBody>
          <a:bodyPr wrap="square" lIns="91440" tIns="45720" rIns="91440" bIns="45720" rtlCol="0" anchor="t">
            <a:spAutoFit/>
          </a:bodyPr>
          <a:lstStyle/>
          <a:p>
            <a:r>
              <a:rPr lang="en-US" sz="2400" dirty="0">
                <a:solidFill>
                  <a:srgbClr val="FF0000"/>
                </a:solidFill>
                <a:latin typeface="Red Hat Text Medium" panose="020B0604020202020204" charset="0"/>
                <a:ea typeface="Red Hat Text Medium" panose="020B0604020202020204" charset="0"/>
                <a:cs typeface="Red Hat Text Medium" panose="020B0604020202020204" charset="0"/>
              </a:rPr>
              <a:t>Continuous Software Delivery</a:t>
            </a:r>
          </a:p>
        </p:txBody>
      </p:sp>
      <p:pic>
        <p:nvPicPr>
          <p:cNvPr id="7" name="Picture 6" descr="A screenshot of a video game&#10;&#10;AI-generated content may be incorrect.">
            <a:extLst>
              <a:ext uri="{FF2B5EF4-FFF2-40B4-BE49-F238E27FC236}">
                <a16:creationId xmlns:a16="http://schemas.microsoft.com/office/drawing/2014/main" id="{6903A726-5383-2787-2ED4-7CED72D9A531}"/>
              </a:ext>
            </a:extLst>
          </p:cNvPr>
          <p:cNvPicPr>
            <a:picLocks noChangeAspect="1"/>
          </p:cNvPicPr>
          <p:nvPr/>
        </p:nvPicPr>
        <p:blipFill>
          <a:blip r:embed="rId3"/>
          <a:stretch>
            <a:fillRect/>
          </a:stretch>
        </p:blipFill>
        <p:spPr>
          <a:xfrm>
            <a:off x="1098176" y="1115469"/>
            <a:ext cx="10270193" cy="5450691"/>
          </a:xfrm>
          <a:prstGeom prst="rect">
            <a:avLst/>
          </a:prstGeom>
        </p:spPr>
      </p:pic>
    </p:spTree>
    <p:extLst>
      <p:ext uri="{BB962C8B-B14F-4D97-AF65-F5344CB8AC3E}">
        <p14:creationId xmlns:p14="http://schemas.microsoft.com/office/powerpoint/2010/main" val="3227797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875B41E2-11E1-EFFE-9A77-AE734DBBC05F}"/>
              </a:ext>
            </a:extLst>
          </p:cNvPr>
          <p:cNvSpPr>
            <a:spLocks noGrp="1"/>
          </p:cNvSpPr>
          <p:nvPr>
            <p:ph type="subTitle" idx="1"/>
          </p:nvPr>
        </p:nvSpPr>
        <p:spPr>
          <a:xfrm>
            <a:off x="102870" y="128649"/>
            <a:ext cx="4202215" cy="816300"/>
          </a:xfrm>
        </p:spPr>
        <p:txBody>
          <a:bodyPr/>
          <a:lstStyle/>
          <a:p>
            <a:r>
              <a:rPr lang="en-US" sz="2400"/>
              <a:t>Ansible </a:t>
            </a:r>
          </a:p>
          <a:p>
            <a:r>
              <a:rPr lang="en-US" sz="2400"/>
              <a:t>Landscape</a:t>
            </a:r>
          </a:p>
        </p:txBody>
      </p:sp>
      <p:sp>
        <p:nvSpPr>
          <p:cNvPr id="5" name="Subtitle 4">
            <a:extLst>
              <a:ext uri="{FF2B5EF4-FFF2-40B4-BE49-F238E27FC236}">
                <a16:creationId xmlns:a16="http://schemas.microsoft.com/office/drawing/2014/main" id="{D2AE7FA7-7B14-B4EA-8A6B-1656F29D9085}"/>
              </a:ext>
            </a:extLst>
          </p:cNvPr>
          <p:cNvSpPr>
            <a:spLocks noGrp="1"/>
          </p:cNvSpPr>
          <p:nvPr>
            <p:ph type="subTitle" idx="2"/>
          </p:nvPr>
        </p:nvSpPr>
        <p:spPr/>
        <p:txBody>
          <a:bodyPr/>
          <a:lstStyle/>
          <a:p>
            <a:endParaRPr lang="en-US"/>
          </a:p>
        </p:txBody>
      </p:sp>
      <p:pic>
        <p:nvPicPr>
          <p:cNvPr id="3" name="Picture 2">
            <a:extLst>
              <a:ext uri="{FF2B5EF4-FFF2-40B4-BE49-F238E27FC236}">
                <a16:creationId xmlns:a16="http://schemas.microsoft.com/office/drawing/2014/main" id="{D139B029-06B4-CBFF-2534-C404A7AD3FC5}"/>
              </a:ext>
            </a:extLst>
          </p:cNvPr>
          <p:cNvPicPr>
            <a:picLocks noChangeAspect="1"/>
          </p:cNvPicPr>
          <p:nvPr/>
        </p:nvPicPr>
        <p:blipFill>
          <a:blip r:embed="rId3"/>
          <a:stretch>
            <a:fillRect/>
          </a:stretch>
        </p:blipFill>
        <p:spPr>
          <a:xfrm>
            <a:off x="2876354" y="208341"/>
            <a:ext cx="6926866" cy="6441317"/>
          </a:xfrm>
          <a:prstGeom prst="rect">
            <a:avLst/>
          </a:prstGeom>
        </p:spPr>
      </p:pic>
    </p:spTree>
    <p:extLst>
      <p:ext uri="{BB962C8B-B14F-4D97-AF65-F5344CB8AC3E}">
        <p14:creationId xmlns:p14="http://schemas.microsoft.com/office/powerpoint/2010/main" val="2679513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1045AA55-1D23-38E2-864B-99D755BFFF31}"/>
              </a:ext>
            </a:extLst>
          </p:cNvPr>
          <p:cNvSpPr txBox="1">
            <a:spLocks/>
          </p:cNvSpPr>
          <p:nvPr/>
        </p:nvSpPr>
        <p:spPr>
          <a:xfrm>
            <a:off x="2459665" y="2001482"/>
            <a:ext cx="6863919" cy="2385135"/>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dirty="0"/>
          </a:p>
        </p:txBody>
      </p:sp>
      <p:sp>
        <p:nvSpPr>
          <p:cNvPr id="8" name="Subtitle 7">
            <a:extLst>
              <a:ext uri="{FF2B5EF4-FFF2-40B4-BE49-F238E27FC236}">
                <a16:creationId xmlns:a16="http://schemas.microsoft.com/office/drawing/2014/main" id="{7C330450-A557-E0C4-1295-C4B916248C49}"/>
              </a:ext>
            </a:extLst>
          </p:cNvPr>
          <p:cNvSpPr>
            <a:spLocks noGrp="1"/>
          </p:cNvSpPr>
          <p:nvPr>
            <p:ph type="subTitle" idx="1"/>
          </p:nvPr>
        </p:nvSpPr>
        <p:spPr>
          <a:xfrm>
            <a:off x="74431" y="75487"/>
            <a:ext cx="5148900" cy="816300"/>
          </a:xfrm>
        </p:spPr>
        <p:txBody>
          <a:bodyPr/>
          <a:lstStyle/>
          <a:p>
            <a:r>
              <a:rPr lang="en-US" sz="2400" dirty="0">
                <a:solidFill>
                  <a:srgbClr val="FF0000"/>
                </a:solidFill>
                <a:latin typeface="Red Hat Text Medium" panose="020B0604020202020204" charset="0"/>
                <a:ea typeface="Red Hat Text Medium" panose="020B0604020202020204" charset="0"/>
                <a:cs typeface="Red Hat Text Medium" panose="020B0604020202020204" charset="0"/>
              </a:rPr>
              <a:t>Future</a:t>
            </a:r>
          </a:p>
        </p:txBody>
      </p:sp>
      <p:sp>
        <p:nvSpPr>
          <p:cNvPr id="9" name="Subtitle 8">
            <a:extLst>
              <a:ext uri="{FF2B5EF4-FFF2-40B4-BE49-F238E27FC236}">
                <a16:creationId xmlns:a16="http://schemas.microsoft.com/office/drawing/2014/main" id="{5324CB68-2FEF-B153-D913-7A685162E788}"/>
              </a:ext>
            </a:extLst>
          </p:cNvPr>
          <p:cNvSpPr>
            <a:spLocks noGrp="1"/>
          </p:cNvSpPr>
          <p:nvPr>
            <p:ph type="subTitle" idx="2"/>
          </p:nvPr>
        </p:nvSpPr>
        <p:spPr/>
        <p:txBody>
          <a:bodyPr/>
          <a:lstStyle/>
          <a:p>
            <a:endParaRPr lang="en-US"/>
          </a:p>
        </p:txBody>
      </p:sp>
      <p:pic>
        <p:nvPicPr>
          <p:cNvPr id="10" name="Google Shape;3283;p174">
            <a:extLst>
              <a:ext uri="{FF2B5EF4-FFF2-40B4-BE49-F238E27FC236}">
                <a16:creationId xmlns:a16="http://schemas.microsoft.com/office/drawing/2014/main" id="{0E971ABF-53C9-6E4F-1A20-B9594D4F5B65}"/>
              </a:ext>
            </a:extLst>
          </p:cNvPr>
          <p:cNvPicPr preferRelativeResize="0"/>
          <p:nvPr/>
        </p:nvPicPr>
        <p:blipFill rotWithShape="1">
          <a:blip r:embed="rId3">
            <a:alphaModFix/>
          </a:blip>
          <a:srcRect/>
          <a:stretch/>
        </p:blipFill>
        <p:spPr>
          <a:xfrm>
            <a:off x="1226081" y="2145322"/>
            <a:ext cx="863988" cy="863986"/>
          </a:xfrm>
          <a:prstGeom prst="rect">
            <a:avLst/>
          </a:prstGeom>
          <a:noFill/>
          <a:ln>
            <a:noFill/>
          </a:ln>
        </p:spPr>
      </p:pic>
      <p:pic>
        <p:nvPicPr>
          <p:cNvPr id="11" name="Google Shape;2178;p146">
            <a:extLst>
              <a:ext uri="{FF2B5EF4-FFF2-40B4-BE49-F238E27FC236}">
                <a16:creationId xmlns:a16="http://schemas.microsoft.com/office/drawing/2014/main" id="{1A0429F8-1B78-FB88-D76E-D23A828C7AA0}"/>
              </a:ext>
            </a:extLst>
          </p:cNvPr>
          <p:cNvPicPr preferRelativeResize="0"/>
          <p:nvPr/>
        </p:nvPicPr>
        <p:blipFill rotWithShape="1">
          <a:blip r:embed="rId4">
            <a:alphaModFix/>
          </a:blip>
          <a:srcRect/>
          <a:stretch/>
        </p:blipFill>
        <p:spPr>
          <a:xfrm>
            <a:off x="5027624" y="2145322"/>
            <a:ext cx="864000" cy="864000"/>
          </a:xfrm>
          <a:prstGeom prst="rect">
            <a:avLst/>
          </a:prstGeom>
          <a:noFill/>
          <a:ln>
            <a:noFill/>
          </a:ln>
        </p:spPr>
      </p:pic>
      <p:sp>
        <p:nvSpPr>
          <p:cNvPr id="12" name="TextBox 11">
            <a:extLst>
              <a:ext uri="{FF2B5EF4-FFF2-40B4-BE49-F238E27FC236}">
                <a16:creationId xmlns:a16="http://schemas.microsoft.com/office/drawing/2014/main" id="{A337945B-E5DB-B6F3-22E6-34B3943ABA41}"/>
              </a:ext>
            </a:extLst>
          </p:cNvPr>
          <p:cNvSpPr txBox="1"/>
          <p:nvPr/>
        </p:nvSpPr>
        <p:spPr>
          <a:xfrm>
            <a:off x="1377850" y="3247489"/>
            <a:ext cx="474810" cy="461665"/>
          </a:xfrm>
          <a:prstGeom prst="rect">
            <a:avLst/>
          </a:prstGeom>
          <a:noFill/>
        </p:spPr>
        <p:txBody>
          <a:bodyPr wrap="none" rtlCol="0">
            <a:spAutoFit/>
          </a:bodyPr>
          <a:lstStyle/>
          <a:p>
            <a:r>
              <a:rPr lang="en-US" sz="2400" dirty="0"/>
              <a:t>AI</a:t>
            </a:r>
          </a:p>
        </p:txBody>
      </p:sp>
      <p:sp>
        <p:nvSpPr>
          <p:cNvPr id="13" name="TextBox 12">
            <a:extLst>
              <a:ext uri="{FF2B5EF4-FFF2-40B4-BE49-F238E27FC236}">
                <a16:creationId xmlns:a16="http://schemas.microsoft.com/office/drawing/2014/main" id="{7209CB99-B384-F6D2-51FF-94AEECC5F383}"/>
              </a:ext>
            </a:extLst>
          </p:cNvPr>
          <p:cNvSpPr txBox="1"/>
          <p:nvPr/>
        </p:nvSpPr>
        <p:spPr>
          <a:xfrm>
            <a:off x="3971876" y="3225105"/>
            <a:ext cx="2975495" cy="461665"/>
          </a:xfrm>
          <a:prstGeom prst="rect">
            <a:avLst/>
          </a:prstGeom>
          <a:noFill/>
        </p:spPr>
        <p:txBody>
          <a:bodyPr wrap="none" rtlCol="0">
            <a:spAutoFit/>
          </a:bodyPr>
          <a:lstStyle/>
          <a:p>
            <a:r>
              <a:rPr lang="en-US" sz="2400" dirty="0"/>
              <a:t>User/Team adoption</a:t>
            </a:r>
          </a:p>
        </p:txBody>
      </p:sp>
      <p:pic>
        <p:nvPicPr>
          <p:cNvPr id="14" name="Google Shape;2512;p154">
            <a:extLst>
              <a:ext uri="{FF2B5EF4-FFF2-40B4-BE49-F238E27FC236}">
                <a16:creationId xmlns:a16="http://schemas.microsoft.com/office/drawing/2014/main" id="{FB9BD4C1-3D5D-0E81-E8A8-BE250AC87FBE}"/>
              </a:ext>
            </a:extLst>
          </p:cNvPr>
          <p:cNvPicPr preferRelativeResize="0"/>
          <p:nvPr/>
        </p:nvPicPr>
        <p:blipFill rotWithShape="1">
          <a:blip r:embed="rId5">
            <a:alphaModFix/>
          </a:blip>
          <a:srcRect/>
          <a:stretch/>
        </p:blipFill>
        <p:spPr>
          <a:xfrm>
            <a:off x="9237943" y="2168585"/>
            <a:ext cx="863988" cy="863986"/>
          </a:xfrm>
          <a:prstGeom prst="rect">
            <a:avLst/>
          </a:prstGeom>
          <a:noFill/>
          <a:ln>
            <a:noFill/>
          </a:ln>
        </p:spPr>
      </p:pic>
      <p:sp>
        <p:nvSpPr>
          <p:cNvPr id="15" name="TextBox 14">
            <a:extLst>
              <a:ext uri="{FF2B5EF4-FFF2-40B4-BE49-F238E27FC236}">
                <a16:creationId xmlns:a16="http://schemas.microsoft.com/office/drawing/2014/main" id="{7DAE4979-9872-FC7B-491F-6B7516844931}"/>
              </a:ext>
            </a:extLst>
          </p:cNvPr>
          <p:cNvSpPr txBox="1"/>
          <p:nvPr/>
        </p:nvSpPr>
        <p:spPr>
          <a:xfrm>
            <a:off x="8695952" y="3247489"/>
            <a:ext cx="1947969" cy="461665"/>
          </a:xfrm>
          <a:prstGeom prst="rect">
            <a:avLst/>
          </a:prstGeom>
          <a:noFill/>
        </p:spPr>
        <p:txBody>
          <a:bodyPr wrap="none" rtlCol="0">
            <a:spAutoFit/>
          </a:bodyPr>
          <a:lstStyle/>
          <a:p>
            <a:r>
              <a:rPr lang="en-US" sz="2400" dirty="0"/>
              <a:t>Event Driven</a:t>
            </a:r>
          </a:p>
        </p:txBody>
      </p:sp>
    </p:spTree>
    <p:extLst>
      <p:ext uri="{BB962C8B-B14F-4D97-AF65-F5344CB8AC3E}">
        <p14:creationId xmlns:p14="http://schemas.microsoft.com/office/powerpoint/2010/main" val="3446794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0D3A5B39-99BA-0A09-C898-CC7C02188C9D}"/>
            </a:ext>
          </a:extLst>
        </p:cNvPr>
        <p:cNvGrpSpPr/>
        <p:nvPr/>
      </p:nvGrpSpPr>
      <p:grpSpPr>
        <a:xfrm>
          <a:off x="0" y="0"/>
          <a:ext cx="0" cy="0"/>
          <a:chOff x="0" y="0"/>
          <a:chExt cx="0" cy="0"/>
        </a:xfrm>
      </p:grpSpPr>
    </p:spTree>
    <p:extLst>
      <p:ext uri="{BB962C8B-B14F-4D97-AF65-F5344CB8AC3E}">
        <p14:creationId xmlns:p14="http://schemas.microsoft.com/office/powerpoint/2010/main" val="1840389889"/>
      </p:ext>
    </p:extLst>
  </p:cSld>
  <p:clrMapOvr>
    <a:masterClrMapping/>
  </p:clrMapOvr>
</p:sld>
</file>

<file path=ppt/theme/theme1.xml><?xml version="1.0" encoding="utf-8"?>
<a:theme xmlns:a="http://schemas.openxmlformats.org/drawingml/2006/main" name="Red Hat widescreen template">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93888d11-dc4c-42e1-993e-ecb17a8e3fe6}" enabled="1" method="Standard" siteId="{623cac68-b5d0-45f1-9109-3122c3974cc9}" removed="0"/>
</clbl:labelList>
</file>

<file path=docProps/app.xml><?xml version="1.0" encoding="utf-8"?>
<Properties xmlns="http://schemas.openxmlformats.org/officeDocument/2006/extended-properties" xmlns:vt="http://schemas.openxmlformats.org/officeDocument/2006/docPropsVTypes">
  <TotalTime>49</TotalTime>
  <Words>1592</Words>
  <Application>Microsoft Office PowerPoint</Application>
  <PresentationFormat>Widescreen</PresentationFormat>
  <Paragraphs>147</Paragraphs>
  <Slides>9</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Red Hat Text Medium</vt:lpstr>
      <vt:lpstr>Wingdings</vt:lpstr>
      <vt:lpstr>Arial,Sans-Serif</vt:lpstr>
      <vt:lpstr>Courier New</vt:lpstr>
      <vt:lpstr>Red Hat Display</vt:lpstr>
      <vt:lpstr>Red Hat Text</vt:lpstr>
      <vt:lpstr>Calibri</vt:lpstr>
      <vt:lpstr>Open Sans</vt:lpstr>
      <vt:lpstr>Arial</vt:lpstr>
      <vt:lpstr>Courier New,monospace</vt:lpstr>
      <vt:lpstr>Red Hat widescreen template</vt:lpstr>
      <vt:lpstr>Publix Super Markets "Begin. The rest is easy." -George Jenkins </vt:lpstr>
      <vt:lpstr>About Publix </vt:lpstr>
      <vt:lpstr>Retail Modernization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Publix Super Markets Begin...the rest is easy. </dc:title>
  <cp:lastModifiedBy>Gary Palmer</cp:lastModifiedBy>
  <cp:revision>1</cp:revision>
  <dcterms:modified xsi:type="dcterms:W3CDTF">2026-05-13T12:27:19Z</dcterms:modified>
</cp:coreProperties>
</file>